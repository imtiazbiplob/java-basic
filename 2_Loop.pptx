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65" r:id="rId13"/>
    <p:sldId id="266" r:id="rId14"/>
    <p:sldId id="267" r:id="rId15"/>
    <p:sldId id="275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embeddedFontLst>
    <p:embeddedFont>
      <p:font typeface="Economica" panose="020B0604020202020204" charset="0"/>
      <p:regular r:id="rId23"/>
      <p:bold r:id="rId24"/>
      <p:italic r:id="rId25"/>
      <p:boldItalic r:id="rId26"/>
    </p:embeddedFont>
    <p:embeddedFont>
      <p:font typeface="JetBrains Mono" panose="020B0604020202020204" charset="0"/>
      <p:regular r:id="rId27"/>
      <p:bold r:id="rId28"/>
      <p:italic r:id="rId29"/>
      <p:boldItalic r:id="rId30"/>
    </p:embeddedFont>
    <p:embeddedFont>
      <p:font typeface="Maven Pro" panose="020B0604020202020204" charset="0"/>
      <p:regular r:id="rId31"/>
      <p:bold r:id="rId32"/>
    </p:embeddedFont>
    <p:embeddedFont>
      <p:font typeface="Nunito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nOET0PcvRhokVy2qycBFUmeV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f99e6c51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1" name="Google Shape;301;g2ff99e6c5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f99e6c51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g2ff99e6c51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ff99e6c51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2ff99e6c51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f99e6c51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g2ff99e6c51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ff99e6c51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5" name="Google Shape;325;g2ff99e6c51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7580862A-F4CB-71E2-A95B-14DA062C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>
            <a:extLst>
              <a:ext uri="{FF2B5EF4-FFF2-40B4-BE49-F238E27FC236}">
                <a16:creationId xmlns:a16="http://schemas.microsoft.com/office/drawing/2014/main" id="{55510645-32BD-7EBC-9D0B-C162B33EA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8:notes">
            <a:extLst>
              <a:ext uri="{FF2B5EF4-FFF2-40B4-BE49-F238E27FC236}">
                <a16:creationId xmlns:a16="http://schemas.microsoft.com/office/drawing/2014/main" id="{4676B100-14D3-C979-620C-72C725228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9972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E551B592-5B7E-0349-AC24-23C9FEA8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>
            <a:extLst>
              <a:ext uri="{FF2B5EF4-FFF2-40B4-BE49-F238E27FC236}">
                <a16:creationId xmlns:a16="http://schemas.microsoft.com/office/drawing/2014/main" id="{DAF12C58-A3D1-6EDA-65E4-8864ACF72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8:notes">
            <a:extLst>
              <a:ext uri="{FF2B5EF4-FFF2-40B4-BE49-F238E27FC236}">
                <a16:creationId xmlns:a16="http://schemas.microsoft.com/office/drawing/2014/main" id="{BFA6D754-C230-1AED-581A-5F0F0381C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7407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ed76a70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1ed76a70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ff99e6c51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ff99e6c51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f99e6c51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0" name="Google Shape;350;g2ff99e6c51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6F50DB3C-BB33-CE6E-364A-D48E9EA8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f99e6c51d_0_75:notes">
            <a:extLst>
              <a:ext uri="{FF2B5EF4-FFF2-40B4-BE49-F238E27FC236}">
                <a16:creationId xmlns:a16="http://schemas.microsoft.com/office/drawing/2014/main" id="{DB5EC3A1-B541-DE35-069B-950AB4CB1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" name="Google Shape;356;g2ff99e6c51d_0_75:notes">
            <a:extLst>
              <a:ext uri="{FF2B5EF4-FFF2-40B4-BE49-F238E27FC236}">
                <a16:creationId xmlns:a16="http://schemas.microsoft.com/office/drawing/2014/main" id="{2A721B3F-2304-90ED-0619-F630A78F4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644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f99e6c51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" name="Google Shape;356;g2ff99e6c51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ff99e6c51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2" name="Google Shape;362;g2ff99e6c51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ff99e6c51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8" name="Google Shape;368;g2ff99e6c51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ff99e6c51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2ff99e6c51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f99e6c51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2ff99e6c51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240badd7163_0_57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g240badd7163_0_57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g240badd7163_0_57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g240badd7163_0_57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g240badd7163_0_57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g240badd7163_0_57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g240badd7163_0_57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g240badd7163_0_57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g240badd7163_0_57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g240badd7163_0_57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g240badd7163_0_57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g240badd7163_0_57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g240badd7163_0_57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g240badd7163_0_57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g240badd7163_0_57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g240badd7163_0_57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g240badd7163_0_57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g240badd7163_0_57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g240badd7163_0_57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g240badd7163_0_57"/>
          <p:cNvGrpSpPr/>
          <p:nvPr/>
        </p:nvGrpSpPr>
        <p:grpSpPr>
          <a:xfrm>
            <a:off x="6724502" y="0"/>
            <a:ext cx="5085303" cy="5118671"/>
            <a:chOff x="5043503" y="0"/>
            <a:chExt cx="3814072" cy="3839102"/>
          </a:xfrm>
        </p:grpSpPr>
        <p:sp>
          <p:nvSpPr>
            <p:cNvPr id="30" name="Google Shape;30;g240badd7163_0_57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40badd7163_0_57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g240badd7163_0_57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g240badd7163_0_57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g240badd7163_0_57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g240badd7163_0_57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g240badd7163_0_57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g240badd7163_0_57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g240badd7163_0_5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g240badd7163_0_5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g240badd7163_0_57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40badd7163_0_57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40badd7163_0_57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40badd7163_0_57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40badd7163_0_57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40badd7163_0_57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g240badd7163_0_57"/>
          <p:cNvSpPr txBox="1">
            <a:spLocks noGrp="1"/>
          </p:cNvSpPr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240badd7163_0_57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240badd7163_0_5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40badd7163_0_32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240badd7163_0_32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40badd7163_0_32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240badd7163_0_32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240badd7163_0_32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" name="Google Shape;55;g240badd7163_0_321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240badd7163_0_13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58" name="Google Shape;58;g240badd7163_0_13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40badd7163_0_13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g240badd7163_0_132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40badd7163_0_132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g240badd7163_0_13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g240badd7163_0_97"/>
          <p:cNvGrpSpPr/>
          <p:nvPr/>
        </p:nvGrpSpPr>
        <p:grpSpPr>
          <a:xfrm>
            <a:off x="195687" y="4541"/>
            <a:ext cx="1644244" cy="1846001"/>
            <a:chOff x="146769" y="3406"/>
            <a:chExt cx="1233214" cy="1384535"/>
          </a:xfrm>
        </p:grpSpPr>
        <p:grpSp>
          <p:nvGrpSpPr>
            <p:cNvPr id="65" name="Google Shape;65;g240badd7163_0_9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6" name="Google Shape;66;g240badd7163_0_9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g240badd7163_0_9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g240badd7163_0_9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9" name="Google Shape;69;g240badd7163_0_9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g240badd7163_0_9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g240badd7163_0_9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g240badd7163_0_9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73" name="Google Shape;73;g240badd7163_0_9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240badd7163_0_9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g240badd7163_0_9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g240badd7163_0_9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" name="Google Shape;77;g240badd7163_0_97"/>
          <p:cNvGrpSpPr/>
          <p:nvPr/>
        </p:nvGrpSpPr>
        <p:grpSpPr>
          <a:xfrm>
            <a:off x="9033219" y="3871914"/>
            <a:ext cx="2914790" cy="2985925"/>
            <a:chOff x="6775084" y="2904008"/>
            <a:chExt cx="2186147" cy="2239500"/>
          </a:xfrm>
        </p:grpSpPr>
        <p:grpSp>
          <p:nvGrpSpPr>
            <p:cNvPr id="78" name="Google Shape;78;g240badd7163_0_9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9" name="Google Shape;79;g240badd7163_0_9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g240badd7163_0_9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g240badd7163_0_9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82" name="Google Shape;82;g240badd7163_0_9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240badd7163_0_9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g240badd7163_0_9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g240badd7163_0_9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6" name="Google Shape;86;g240badd7163_0_9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g240badd7163_0_9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g240badd7163_0_9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g240badd7163_0_9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g240badd7163_0_9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91" name="Google Shape;91;g240badd7163_0_9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g240badd7163_0_9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g240badd7163_0_9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g240badd7163_0_9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g240badd7163_0_9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" name="Google Shape;96;g240badd7163_0_97"/>
          <p:cNvSpPr txBox="1">
            <a:spLocks noGrp="1"/>
          </p:cNvSpPr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g240badd7163_0_9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g240badd7163_0_13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0" name="Google Shape;100;g240badd7163_0_13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40badd7163_0_13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g240badd7163_0_139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40badd7163_0_139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g240badd7163_0_139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g240badd7163_0_13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240badd7163_0_14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8" name="Google Shape;108;g240badd7163_0_14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240badd7163_0_14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g240badd7163_0_147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240badd7163_0_14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240badd7163_0_153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4" name="Google Shape;114;g240badd7163_0_15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40badd7163_0_15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g240badd7163_0_153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40badd7163_0_153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g240badd7163_0_15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g240badd7163_0_160"/>
          <p:cNvGrpSpPr/>
          <p:nvPr/>
        </p:nvGrpSpPr>
        <p:grpSpPr>
          <a:xfrm>
            <a:off x="9155392" y="1678"/>
            <a:ext cx="3023094" cy="3468901"/>
            <a:chOff x="6790514" y="1255"/>
            <a:chExt cx="2267380" cy="2601741"/>
          </a:xfrm>
        </p:grpSpPr>
        <p:grpSp>
          <p:nvGrpSpPr>
            <p:cNvPr id="121" name="Google Shape;121;g240badd7163_0_16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2" name="Google Shape;122;g240badd7163_0_16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g240badd7163_0_16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g240badd7163_0_16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g240badd7163_0_16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6" name="Google Shape;126;g240badd7163_0_16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g240badd7163_0_16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g240badd7163_0_16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g240badd7163_0_16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30" name="Google Shape;130;g240badd7163_0_16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g240badd7163_0_16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g240badd7163_0_160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g240badd7163_0_160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g240badd7163_0_17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6" name="Google Shape;136;g240badd7163_0_17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240badd7163_0_17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g240badd7163_0_175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240badd7163_0_175"/>
          <p:cNvSpPr txBox="1">
            <a:spLocks noGrp="1"/>
          </p:cNvSpPr>
          <p:nvPr>
            <p:ph type="subTitle" idx="1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0" name="Google Shape;140;g240badd7163_0_175"/>
          <p:cNvSpPr txBox="1">
            <a:spLocks noGrp="1"/>
          </p:cNvSpPr>
          <p:nvPr>
            <p:ph type="body" idx="2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g240badd7163_0_17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g240badd7163_0_183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4" name="Google Shape;144;g240badd7163_0_18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40badd7163_0_18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g240badd7163_0_183"/>
          <p:cNvSpPr txBox="1">
            <a:spLocks noGrp="1"/>
          </p:cNvSpPr>
          <p:nvPr>
            <p:ph type="body" idx="1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47" name="Google Shape;147;g240badd7163_0_18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240badd7163_0_189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50" name="Google Shape;150;g240badd7163_0_189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51" name="Google Shape;151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g240badd7163_0_189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6" name="Google Shape;156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g240badd7163_0_189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g240badd7163_0_189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62" name="Google Shape;162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g240badd7163_0_18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7" name="Google Shape;167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g240badd7163_0_189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71" name="Google Shape;171;g240badd7163_0_189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g240badd7163_0_189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g240badd7163_0_189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g240badd7163_0_189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g240badd7163_0_189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g240badd7163_0_18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7" name="Google Shape;177;g240badd7163_0_189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g240badd7163_0_189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g240badd7163_0_189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240badd7163_0_189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g240badd7163_0_189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82" name="Google Shape;182;g240badd7163_0_189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g240badd7163_0_189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g240badd7163_0_189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g240badd7163_0_189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6" name="Google Shape;186;g240badd7163_0_18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g240badd7163_0_189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g240badd7163_0_189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g240badd7163_0_189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g240badd7163_0_189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g240badd7163_0_189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92" name="Google Shape;192;g240badd7163_0_189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g240badd7163_0_189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g240badd7163_0_189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g240badd7163_0_189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g240badd7163_0_18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7" name="Google Shape;197;g240badd7163_0_189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g240badd7163_0_189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g240badd7163_0_189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g240badd7163_0_189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g240badd7163_0_189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02" name="Google Shape;202;g240badd7163_0_189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240badd7163_0_189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g240badd7163_0_189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g240badd7163_0_189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6" name="Google Shape;206;g240badd7163_0_18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g240badd7163_0_189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g240badd7163_0_189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g240badd7163_0_189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g240badd7163_0_189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11" name="Google Shape;211;g240badd7163_0_189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g240badd7163_0_189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g240badd7163_0_189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g240badd7163_0_189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g240badd7163_0_189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6" name="Google Shape;216;g240badd7163_0_18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240badd7163_0_189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240badd7163_0_189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240badd7163_0_189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g240badd7163_0_189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g240badd7163_0_189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22" name="Google Shape;222;g240badd7163_0_189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g240badd7163_0_189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g240badd7163_0_189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g240badd7163_0_189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g240badd7163_0_18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7" name="Google Shape;227;g240badd7163_0_189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g240badd7163_0_189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g240badd7163_0_189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g240badd7163_0_189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31" name="Google Shape;231;g240badd7163_0_189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240badd7163_0_189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g240badd7163_0_189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g240badd7163_0_189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g240badd7163_0_189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6" name="Google Shape;236;g240badd7163_0_18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g240badd7163_0_189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g240badd7163_0_189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g240badd7163_0_189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240badd7163_0_189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g240badd7163_0_189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42" name="Google Shape;242;g240badd7163_0_189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240badd7163_0_189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240badd7163_0_189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240badd7163_0_189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" name="Google Shape;246;g240badd7163_0_18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7" name="Google Shape;247;g240badd7163_0_189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240badd7163_0_189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g240badd7163_0_189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g240badd7163_0_189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51" name="Google Shape;251;g240badd7163_0_189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g240badd7163_0_189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240badd7163_0_189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g240badd7163_0_189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g240badd7163_0_189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g240badd7163_0_18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7" name="Google Shape;257;g240badd7163_0_189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g240badd7163_0_189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g240badd7163_0_189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g240badd7163_0_189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g240badd7163_0_189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62" name="Google Shape;262;g240badd7163_0_189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g240badd7163_0_189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g240badd7163_0_189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g240badd7163_0_189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g240badd7163_0_18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7" name="Google Shape;267;g240badd7163_0_189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g240badd7163_0_189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g240badd7163_0_189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g240badd7163_0_189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71" name="Google Shape;271;g240badd7163_0_189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g240badd7163_0_189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g240badd7163_0_189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g240badd7163_0_189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5" name="Google Shape;275;g240badd7163_0_189"/>
          <p:cNvSpPr txBox="1">
            <a:spLocks noGrp="1"/>
          </p:cNvSpPr>
          <p:nvPr>
            <p:ph type="title" hasCustomPrompt="1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6" name="Google Shape;276;g240badd7163_0_189"/>
          <p:cNvSpPr txBox="1">
            <a:spLocks noGrp="1"/>
          </p:cNvSpPr>
          <p:nvPr>
            <p:ph type="body" idx="1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g240badd7163_0_18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40badd7163_0_31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40badd7163_0_5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g240badd7163_0_5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g240badd7163_0_5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"/>
          <p:cNvSpPr txBox="1">
            <a:spLocks noGrp="1"/>
          </p:cNvSpPr>
          <p:nvPr>
            <p:ph type="ctrTitle"/>
          </p:nvPr>
        </p:nvSpPr>
        <p:spPr>
          <a:xfrm>
            <a:off x="82977" y="1084300"/>
            <a:ext cx="6748800" cy="15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 sz="5000"/>
              <a:t>JAVA Part-2</a:t>
            </a:r>
            <a:endParaRPr/>
          </a:p>
        </p:txBody>
      </p:sp>
      <p:sp>
        <p:nvSpPr>
          <p:cNvPr id="285" name="Google Shape;285;p1"/>
          <p:cNvSpPr txBox="1">
            <a:spLocks noGrp="1"/>
          </p:cNvSpPr>
          <p:nvPr>
            <p:ph type="subTitle" idx="1"/>
          </p:nvPr>
        </p:nvSpPr>
        <p:spPr>
          <a:xfrm>
            <a:off x="4578495" y="4392891"/>
            <a:ext cx="3827910" cy="133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Salman Rahmn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Sr. Software Engineer</a:t>
            </a:r>
            <a:endParaRPr sz="25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Cefalo</a:t>
            </a:r>
            <a:endParaRPr sz="2500"/>
          </a:p>
        </p:txBody>
      </p:sp>
      <p:pic>
        <p:nvPicPr>
          <p:cNvPr id="286" name="Google Shape;2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6700" y="1266550"/>
            <a:ext cx="1855200" cy="1855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Ternary Operator / Short Hand if else</a:t>
            </a:r>
            <a:endParaRPr dirty="0"/>
          </a:p>
        </p:txBody>
      </p:sp>
      <p:sp>
        <p:nvSpPr>
          <p:cNvPr id="292" name="Google Shape;292;p1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b="1" dirty="0">
                <a:solidFill>
                  <a:srgbClr val="080808"/>
                </a:solidFill>
                <a:latin typeface="JetBrains Mono"/>
                <a:cs typeface="JetBrains Mono"/>
                <a:sym typeface="JetBrains Mono"/>
              </a:rPr>
              <a:t>Without if else How can you solve this question?</a:t>
            </a:r>
            <a:endParaRPr lang="en-US" sz="1800" b="1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800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isVoter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)?</a:t>
            </a:r>
            <a:r>
              <a:rPr lang="en-US" sz="18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800" dirty="0" err="1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Voter"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lang="en-US" sz="1800" dirty="0" err="1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"not</a:t>
            </a:r>
            <a:r>
              <a:rPr lang="en-US" sz="18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voter"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isVoter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Ternary Operator ( multiple conditions)</a:t>
            </a:r>
            <a:endParaRPr dirty="0"/>
          </a:p>
        </p:txBody>
      </p:sp>
      <p:sp>
        <p:nvSpPr>
          <p:cNvPr id="298" name="Google Shape;298;p11"/>
          <p:cNvSpPr txBox="1">
            <a:spLocks noGrp="1"/>
          </p:cNvSpPr>
          <p:nvPr>
            <p:ph type="body" idx="1"/>
          </p:nvPr>
        </p:nvSpPr>
        <p:spPr>
          <a:xfrm>
            <a:off x="1451579" y="2015731"/>
            <a:ext cx="9603300" cy="474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public class </a:t>
            </a:r>
            <a:r>
              <a:rPr lang="en-US" dirty="0" err="1"/>
              <a:t>MaxOfThree</a:t>
            </a:r>
            <a:r>
              <a:rPr lang="en-US" dirty="0"/>
              <a:t> {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int num1 = 10; 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 int num2 = 20; 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  int num3 = 15;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 int max = (num1 &gt; num2) 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            ? (num1 &gt; num3 ? num1 : num3) 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            : (num2 &gt; num3 ? num2 : num3);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("The maximum of the three numbers is: " + max);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    }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r>
              <a:rPr lang="en-US" dirty="0"/>
              <a:t>}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4467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f99e6c51d_0_4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CONDITIONAL STATEMENT PRACTICES</a:t>
            </a:r>
            <a:endParaRPr/>
          </a:p>
        </p:txBody>
      </p:sp>
      <p:sp>
        <p:nvSpPr>
          <p:cNvPr id="304" name="Google Shape;304;g2ff99e6c51d_0_40"/>
          <p:cNvSpPr txBox="1">
            <a:spLocks noGrp="1"/>
          </p:cNvSpPr>
          <p:nvPr>
            <p:ph type="body" idx="1"/>
          </p:nvPr>
        </p:nvSpPr>
        <p:spPr>
          <a:xfrm>
            <a:off x="1451575" y="2015725"/>
            <a:ext cx="9603300" cy="42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40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/>
              <a:t>Write a program to get a number from the user and print whether it is positive or negative.</a:t>
            </a:r>
            <a:endParaRPr sz="165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/>
              <a:t>Take three numbers from the user and print the greatest number</a:t>
            </a:r>
            <a:endParaRPr sz="165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/>
              <a:t>Write a program that takes a year from user and print whether that year is a leap year or not</a:t>
            </a:r>
            <a:endParaRPr sz="165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/>
              <a:t>Write a program to check if inputted letter is small or capital</a:t>
            </a:r>
            <a:endParaRPr sz="165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/>
              <a:t>Write a program to calculate GPA and find grade</a:t>
            </a:r>
            <a:endParaRPr sz="165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650"/>
              <a:buFont typeface="Gill Sans"/>
              <a:buAutoNum type="arabicPeriod"/>
            </a:pPr>
            <a:r>
              <a:rPr lang="en-US" sz="1650"/>
              <a:t>Write a program to check balance and withdraw money from ATM booth using if else or switch case</a:t>
            </a:r>
            <a:endParaRPr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ff99e6c51d_0_4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FOR LOOP SYNTAX</a:t>
            </a:r>
            <a:endParaRPr/>
          </a:p>
        </p:txBody>
      </p:sp>
      <p:sp>
        <p:nvSpPr>
          <p:cNvPr id="310" name="Google Shape;310;g2ff99e6c51d_0_4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for(</a:t>
            </a:r>
            <a:r>
              <a:rPr lang="en-US" sz="1800" dirty="0" err="1"/>
              <a:t>init</a:t>
            </a:r>
            <a:r>
              <a:rPr lang="en-US" sz="1800" dirty="0"/>
              <a:t>; condition; </a:t>
            </a:r>
            <a:r>
              <a:rPr lang="en-US" sz="1800" dirty="0" err="1"/>
              <a:t>inc</a:t>
            </a:r>
            <a:r>
              <a:rPr lang="en-US" sz="1800" dirty="0"/>
              <a:t>/dec){</a:t>
            </a:r>
            <a:endParaRPr sz="1800"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800" dirty="0"/>
              <a:t>statement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sz="1800" dirty="0"/>
              <a:t>}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endParaRPr lang="en-US"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sz="1800" b="1" dirty="0" err="1"/>
              <a:t>Decreace</a:t>
            </a:r>
            <a:r>
              <a:rPr lang="en-US" sz="1800" b="1" dirty="0"/>
              <a:t> number in for loop ( print 10 to 1)</a:t>
            </a:r>
            <a:endParaRPr sz="1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f99e6c51d_0_5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FOR LOOP EXAMPLE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316" name="Google Shape;316;g2ff99e6c51d_0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1875" y="2110800"/>
            <a:ext cx="6262700" cy="43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f99e6c51d_0_5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FOR LOOP PRACTICES</a:t>
            </a:r>
            <a:endParaRPr/>
          </a:p>
        </p:txBody>
      </p:sp>
      <p:sp>
        <p:nvSpPr>
          <p:cNvPr id="322" name="Google Shape;322;g2ff99e6c51d_0_55"/>
          <p:cNvSpPr txBox="1">
            <a:spLocks noGrp="1"/>
          </p:cNvSpPr>
          <p:nvPr>
            <p:ph type="body" idx="1"/>
          </p:nvPr>
        </p:nvSpPr>
        <p:spPr>
          <a:xfrm>
            <a:off x="1451575" y="2015724"/>
            <a:ext cx="9603300" cy="3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40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print 1 to 100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print only even numbers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calculate sum of first 100 even numbers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sum of numbers which only divisible by 5 from 1 to 100 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 a program to find the factorial of a given number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check a number if it is prime or not</a:t>
            </a:r>
            <a:endParaRPr sz="180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800"/>
              <a:buFont typeface="Gill Sans"/>
              <a:buAutoNum type="arabicPeriod"/>
            </a:pPr>
            <a:r>
              <a:rPr lang="en-US" sz="1800"/>
              <a:t>Write a program to print prime numbers from 2 to n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f99e6c51d_0_6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CHECK A NUMBER IF PRIME OR NOT</a:t>
            </a:r>
            <a:endParaRPr/>
          </a:p>
        </p:txBody>
      </p:sp>
      <p:sp>
        <p:nvSpPr>
          <p:cNvPr id="328" name="Google Shape;328;g2ff99e6c51d_0_60"/>
          <p:cNvSpPr txBox="1">
            <a:spLocks noGrp="1"/>
          </p:cNvSpPr>
          <p:nvPr>
            <p:ph type="body" idx="1"/>
          </p:nvPr>
        </p:nvSpPr>
        <p:spPr>
          <a:xfrm>
            <a:off x="1451575" y="1630200"/>
            <a:ext cx="9838500" cy="49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package 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loop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lang="en-US" sz="150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java.util.Scanner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Check_Prime_Number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flag =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500" i="0" u="none" strike="noStrike" cap="none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5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num/2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++) {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% 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15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flag =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(flag==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50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50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is a prime number."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b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50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50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is not a prime number."</a:t>
            </a: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 </a:t>
            </a:r>
            <a:b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Nested For Loop Basic program</a:t>
            </a:r>
            <a:endParaRPr dirty="0"/>
          </a:p>
        </p:txBody>
      </p:sp>
      <p:sp>
        <p:nvSpPr>
          <p:cNvPr id="334" name="Google Shape;334;p18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5656231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3; </a:t>
            </a:r>
            <a:r>
              <a:rPr lang="en-US" dirty="0" err="1"/>
              <a:t>i</a:t>
            </a:r>
            <a:r>
              <a:rPr lang="en-US" dirty="0"/>
              <a:t>++) { // Outer loop</a:t>
            </a: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for (int j = 1; j &lt;= 3; </a:t>
            </a:r>
            <a:r>
              <a:rPr lang="en-US" dirty="0" err="1"/>
              <a:t>j++</a:t>
            </a:r>
            <a:r>
              <a:rPr lang="en-US" dirty="0"/>
              <a:t>) { // Inner loop</a:t>
            </a: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"," + j + "  "); </a:t>
            </a: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}</a:t>
            </a: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</a:t>
            </a:r>
            <a:r>
              <a:rPr lang="en-US" dirty="0" err="1"/>
              <a:t>System.out.println</a:t>
            </a:r>
            <a:r>
              <a:rPr lang="en-US" dirty="0"/>
              <a:t>(); // Moves to the next line</a:t>
            </a: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06EA343A-15FF-2A38-88B1-6D15836E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>
            <a:extLst>
              <a:ext uri="{FF2B5EF4-FFF2-40B4-BE49-F238E27FC236}">
                <a16:creationId xmlns:a16="http://schemas.microsoft.com/office/drawing/2014/main" id="{695003EA-08D7-91D9-8DD3-B4FF20617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Nested For Loop</a:t>
            </a:r>
            <a:endParaRPr/>
          </a:p>
        </p:txBody>
      </p:sp>
      <p:sp>
        <p:nvSpPr>
          <p:cNvPr id="334" name="Google Shape;334;p18">
            <a:extLst>
              <a:ext uri="{FF2B5EF4-FFF2-40B4-BE49-F238E27FC236}">
                <a16:creationId xmlns:a16="http://schemas.microsoft.com/office/drawing/2014/main" id="{8B8F6C91-13DC-BA5E-C37F-DCD34EA94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5656231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int rows = 5; // Number of rows in the pattern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int cols = 5; // Number of columns in the pattern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for 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rows;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for (int j = 1; j &lt;= cols;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</a:t>
            </a:r>
            <a:r>
              <a:rPr lang="en-US" dirty="0"/>
              <a:t>(j); // Print the number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}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(); </a:t>
            </a:r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}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42BCD-0BBB-48EA-DEC4-0594F6580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567" y="2015732"/>
            <a:ext cx="16478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2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2DC40661-9240-FBB5-1595-546969C1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>
            <a:extLst>
              <a:ext uri="{FF2B5EF4-FFF2-40B4-BE49-F238E27FC236}">
                <a16:creationId xmlns:a16="http://schemas.microsoft.com/office/drawing/2014/main" id="{3BC9BD91-22F6-B014-BD2D-77CAD75FF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Nested For Loop</a:t>
            </a:r>
            <a:endParaRPr/>
          </a:p>
        </p:txBody>
      </p:sp>
      <p:sp>
        <p:nvSpPr>
          <p:cNvPr id="334" name="Google Shape;334;p18">
            <a:extLst>
              <a:ext uri="{FF2B5EF4-FFF2-40B4-BE49-F238E27FC236}">
                <a16:creationId xmlns:a16="http://schemas.microsoft.com/office/drawing/2014/main" id="{31CE68D7-6DAE-8F6E-0BC1-5F65AA998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5656231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Print * pattern</a:t>
            </a:r>
            <a:endParaRPr dirty="0"/>
          </a:p>
          <a:p>
            <a:pPr marL="4572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800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&lt;=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"*"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/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35" name="Google Shape;335;p18">
            <a:extLst>
              <a:ext uri="{FF2B5EF4-FFF2-40B4-BE49-F238E27FC236}">
                <a16:creationId xmlns:a16="http://schemas.microsoft.com/office/drawing/2014/main" id="{9A22262D-98DC-55B2-5679-AB29D9C1D1E7}"/>
              </a:ext>
            </a:extLst>
          </p:cNvPr>
          <p:cNvSpPr txBox="1"/>
          <p:nvPr/>
        </p:nvSpPr>
        <p:spPr>
          <a:xfrm>
            <a:off x="7199250" y="2386709"/>
            <a:ext cx="2503550" cy="208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*****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38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1ed76a709f_0_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this solution?</a:t>
            </a:r>
            <a:endParaRPr/>
          </a:p>
        </p:txBody>
      </p:sp>
      <p:sp>
        <p:nvSpPr>
          <p:cNvPr id="341" name="Google Shape;341;g31ed76a709f_0_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*****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1D334E-AA05-1DAC-CB12-D6C1E3C34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48" y="1895261"/>
            <a:ext cx="6296904" cy="30674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f99e6c51d_0_6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WHILE LOOP SYNTAX</a:t>
            </a:r>
            <a:endParaRPr/>
          </a:p>
        </p:txBody>
      </p:sp>
      <p:sp>
        <p:nvSpPr>
          <p:cNvPr id="347" name="Google Shape;347;g2ff99e6c51d_0_6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Init;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While(condition){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Statement;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Inc/dec;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sz="1800" dirty="0"/>
              <a:t>}</a:t>
            </a: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ff99e6c51d_0_7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WHILE LOOP PRACTICES</a:t>
            </a:r>
            <a:endParaRPr/>
          </a:p>
        </p:txBody>
      </p:sp>
      <p:sp>
        <p:nvSpPr>
          <p:cNvPr id="353" name="Google Shape;353;g2ff99e6c51d_0_7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Write a program to reverse a number.</a:t>
            </a:r>
            <a:endParaRPr sz="1800" dirty="0"/>
          </a:p>
          <a:p>
            <a:pPr marL="228600" lvl="0" indent="-2159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800"/>
              <a:buChar char="●"/>
            </a:pPr>
            <a:r>
              <a:rPr lang="en-US" sz="1800" dirty="0"/>
              <a:t>Write a program to generate 2 random numbers which will not be shown to the user. Take a user input and match it with any of the random numbers. If correct give it 1 point and if incorrect, do not give it any point. Finally, repeat this for 10 times and count the point user achieved.</a:t>
            </a:r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AE9B2782-B48E-D02B-45BF-3C5A9927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f99e6c51d_0_75">
            <a:extLst>
              <a:ext uri="{FF2B5EF4-FFF2-40B4-BE49-F238E27FC236}">
                <a16:creationId xmlns:a16="http://schemas.microsoft.com/office/drawing/2014/main" id="{98870FF5-6032-6714-D24C-BF2DF19351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2400" dirty="0"/>
              <a:t>REVERSE A NUMBER</a:t>
            </a:r>
            <a:endParaRPr sz="2400" dirty="0"/>
          </a:p>
        </p:txBody>
      </p:sp>
      <p:sp>
        <p:nvSpPr>
          <p:cNvPr id="359" name="Google Shape;359;g2ff99e6c51d_0_75">
            <a:extLst>
              <a:ext uri="{FF2B5EF4-FFF2-40B4-BE49-F238E27FC236}">
                <a16:creationId xmlns:a16="http://schemas.microsoft.com/office/drawing/2014/main" id="{8493AAF1-8605-37D6-A5DA-80D0EEEF5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1579" y="3105857"/>
            <a:ext cx="8634900" cy="646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18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C70FD-4EB1-4138-BCD6-8B2ADDB4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00" y="2026216"/>
            <a:ext cx="7984459" cy="4441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7CFA7-1687-8EE3-2D33-3ECE9F3AC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79" y="1200646"/>
            <a:ext cx="50958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6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f99e6c51d_0_7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REVERSE A NUMBER</a:t>
            </a:r>
            <a:endParaRPr/>
          </a:p>
        </p:txBody>
      </p:sp>
      <p:sp>
        <p:nvSpPr>
          <p:cNvPr id="359" name="Google Shape;359;g2ff99e6c51d_0_75"/>
          <p:cNvSpPr txBox="1">
            <a:spLocks noGrp="1"/>
          </p:cNvSpPr>
          <p:nvPr>
            <p:ph type="body" idx="1"/>
          </p:nvPr>
        </p:nvSpPr>
        <p:spPr>
          <a:xfrm>
            <a:off x="1451579" y="2136002"/>
            <a:ext cx="8634900" cy="25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80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8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number=</a:t>
            </a:r>
            <a:r>
              <a:rPr lang="en-US" sz="18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7789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reverse=</a:t>
            </a:r>
            <a:r>
              <a:rPr lang="en-US" sz="18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(number!=</a:t>
            </a:r>
            <a:r>
              <a:rPr lang="en-US" sz="18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){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=number%</a:t>
            </a:r>
            <a:r>
              <a:rPr lang="en-US" sz="18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number=number/</a:t>
            </a:r>
            <a:r>
              <a:rPr lang="en-US" sz="18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80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reverse=reverse*</a:t>
            </a:r>
            <a:r>
              <a:rPr lang="en-US" sz="180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(reverse);</a:t>
            </a:r>
            <a:b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8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ff99e6c51d_0_80"/>
          <p:cNvSpPr txBox="1">
            <a:spLocks noGrp="1"/>
          </p:cNvSpPr>
          <p:nvPr>
            <p:ph type="title"/>
          </p:nvPr>
        </p:nvSpPr>
        <p:spPr>
          <a:xfrm>
            <a:off x="1451575" y="247303"/>
            <a:ext cx="9603300" cy="1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SUM OF USER INPUTS UNTIL USER PRESS -1 FROM KEYBOARD</a:t>
            </a:r>
            <a:endParaRPr dirty="0"/>
          </a:p>
        </p:txBody>
      </p:sp>
      <p:sp>
        <p:nvSpPr>
          <p:cNvPr id="365" name="Google Shape;365;g2ff99e6c51d_0_80"/>
          <p:cNvSpPr txBox="1">
            <a:spLocks noGrp="1"/>
          </p:cNvSpPr>
          <p:nvPr>
            <p:ph type="body" idx="1"/>
          </p:nvPr>
        </p:nvSpPr>
        <p:spPr>
          <a:xfrm>
            <a:off x="1451575" y="1896257"/>
            <a:ext cx="8864100" cy="397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int sum=0;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("Input a number");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Scanner </a:t>
            </a:r>
            <a:r>
              <a:rPr lang="en-US" sz="18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new Scanner(System.in);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while (true){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int num=</a:t>
            </a:r>
            <a:r>
              <a:rPr lang="en-US" sz="18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scanner.nextInt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if(num == -1){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en-US" sz="18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("You stopped the process");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break;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sum+=num;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80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("Sum Till Now : "+sum);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endParaRPr lang="en-US" sz="1800" i="0" u="none" strike="noStrike" cap="none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endParaRPr lang="en-US" sz="1800" i="0" u="none" strike="noStrike" cap="none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endParaRPr sz="18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ff99e6c51d_0_8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DO WHILE LOOP EXAMPLE</a:t>
            </a:r>
            <a:endParaRPr/>
          </a:p>
        </p:txBody>
      </p:sp>
      <p:sp>
        <p:nvSpPr>
          <p:cNvPr id="371" name="Google Shape;371;g2ff99e6c51d_0_85"/>
          <p:cNvSpPr txBox="1">
            <a:spLocks noGrp="1"/>
          </p:cNvSpPr>
          <p:nvPr>
            <p:ph type="body" idx="1"/>
          </p:nvPr>
        </p:nvSpPr>
        <p:spPr>
          <a:xfrm>
            <a:off x="1451575" y="2194450"/>
            <a:ext cx="9603300" cy="369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8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sum=</a:t>
            </a:r>
            <a:r>
              <a:rPr lang="en-US" sz="18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"Input a number"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 input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Scanner(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sum+=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.nextInt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(sum);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"Do you want to continue?"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.next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().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charAt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r>
              <a:rPr lang="en-US" sz="18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!=</a:t>
            </a:r>
            <a:r>
              <a:rPr lang="en-US" sz="18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‘q'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ff99e6c51d_0_9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DO WHILE LOOP PROGRAMS</a:t>
            </a:r>
            <a:endParaRPr/>
          </a:p>
        </p:txBody>
      </p:sp>
      <p:sp>
        <p:nvSpPr>
          <p:cNvPr id="377" name="Google Shape;377;g2ff99e6c51d_0_9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Write a program to sum of user input until users input ‘q’ from keyboard</a:t>
            </a:r>
            <a:endParaRPr sz="1800" dirty="0"/>
          </a:p>
          <a:p>
            <a:pPr marL="228600" lvl="0" indent="-215900" algn="l" rtl="0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-US" sz="1800" dirty="0"/>
              <a:t>Write a program to enter the numbers till the user wants and at the end the program should display the largest and smallest numbers entered.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f99e6c51d_0_9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DO-WHILE PRACTICE-Simple Game!</a:t>
            </a:r>
            <a:endParaRPr/>
          </a:p>
        </p:txBody>
      </p:sp>
      <p:sp>
        <p:nvSpPr>
          <p:cNvPr id="383" name="Google Shape;383;g2ff99e6c51d_0_95"/>
          <p:cNvSpPr txBox="1">
            <a:spLocks noGrp="1"/>
          </p:cNvSpPr>
          <p:nvPr>
            <p:ph type="body" idx="1"/>
          </p:nvPr>
        </p:nvSpPr>
        <p:spPr>
          <a:xfrm>
            <a:off x="1451575" y="2133562"/>
            <a:ext cx="6049500" cy="257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779"/>
              <a:buNone/>
            </a:pPr>
            <a:r>
              <a:rPr lang="en-US" dirty="0"/>
              <a:t>Write a program according to the output.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779"/>
              <a:buNone/>
            </a:pPr>
            <a:r>
              <a:rPr lang="en-US" dirty="0"/>
              <a:t>Here you have already </a:t>
            </a:r>
            <a:r>
              <a:rPr lang="en-US" dirty="0" err="1"/>
              <a:t>storead</a:t>
            </a:r>
            <a:r>
              <a:rPr lang="en-US" dirty="0"/>
              <a:t> a random value inside a variable. And then trying to guess that.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779"/>
              <a:buNone/>
            </a:pPr>
            <a:endParaRPr dirty="0"/>
          </a:p>
        </p:txBody>
      </p:sp>
      <p:pic>
        <p:nvPicPr>
          <p:cNvPr id="384" name="Google Shape;384;g2ff99e6c51d_0_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2552" y="2330044"/>
            <a:ext cx="3362325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1205</Words>
  <Application>Microsoft Office PowerPoint</Application>
  <PresentationFormat>Widescreen</PresentationFormat>
  <Paragraphs>113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Economica</vt:lpstr>
      <vt:lpstr>Nunito</vt:lpstr>
      <vt:lpstr>Maven Pro</vt:lpstr>
      <vt:lpstr>Gill Sans</vt:lpstr>
      <vt:lpstr>JetBrains Mono</vt:lpstr>
      <vt:lpstr>Arial</vt:lpstr>
      <vt:lpstr>Momentum</vt:lpstr>
      <vt:lpstr>JAVA Part-2</vt:lpstr>
      <vt:lpstr>Ternary Operator / Short Hand if else</vt:lpstr>
      <vt:lpstr>Ternary Operator ( multiple conditions)</vt:lpstr>
      <vt:lpstr>CONDITIONAL STATEMENT PRACTICES</vt:lpstr>
      <vt:lpstr>FOR LOOP SYNTAX</vt:lpstr>
      <vt:lpstr>FOR LOOP EXAMPLE </vt:lpstr>
      <vt:lpstr>FOR LOOP PRACTICES</vt:lpstr>
      <vt:lpstr>CHECK A NUMBER IF PRIME OR NOT</vt:lpstr>
      <vt:lpstr>Nested For Loop Basic program</vt:lpstr>
      <vt:lpstr>Nested For Loop</vt:lpstr>
      <vt:lpstr>Nested For Loop</vt:lpstr>
      <vt:lpstr>What is this solution?</vt:lpstr>
      <vt:lpstr>WHILE LOOP SYNTAX</vt:lpstr>
      <vt:lpstr>WHILE LOOP PRACTICES</vt:lpstr>
      <vt:lpstr>REVERSE A NUMBER</vt:lpstr>
      <vt:lpstr>REVERSE A NUMBER</vt:lpstr>
      <vt:lpstr>SUM OF USER INPUTS UNTIL USER PRESS -1 FROM KEYBOARD</vt:lpstr>
      <vt:lpstr>DO WHILE LOOP EXAMPLE</vt:lpstr>
      <vt:lpstr>DO WHILE LOOP PROGRAMS</vt:lpstr>
      <vt:lpstr>DO-WHILE PRACTICE-Simple Game!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2</cp:revision>
  <dcterms:created xsi:type="dcterms:W3CDTF">2021-07-19T08:11:38Z</dcterms:created>
  <dcterms:modified xsi:type="dcterms:W3CDTF">2025-03-16T05:57:55Z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2023-01-24T17:03:17Z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71a20c8d-1d2b-4966-8877-c1ca6257b7ba</vt:lpwstr>
  </property>
  <property fmtid="{D5CDD505-2E9C-101B-9397-08002B2CF9AE}" pid="7" name="MSIP_Label_defa4170-0d19-0005-0004-bc88714345d2_ActionId">
    <vt:lpwstr>a94aeb68-552d-47ae-a49f-b4df34f702c7</vt:lpwstr>
  </property>
  <property fmtid="{D5CDD505-2E9C-101B-9397-08002B2CF9AE}" pid="8" name="MSIP_Label_defa4170-0d19-0005-0004-bc88714345d2_ContentBits">
    <vt:lpwstr>0</vt:lpwstr>
  </property>
</Properties>
</file>