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Gill Sans" panose="020B0604020202020204" charset="0"/>
      <p:regular r:id="rId17"/>
      <p:bold r:id="rId18"/>
    </p:embeddedFont>
    <p:embeddedFont>
      <p:font typeface="JetBrains Mono" panose="020B0604020202020204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ZSYKKXqcUMCmo0djPaUC9TUi9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3d516ff8d8_0_4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19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g13d516ff8d8_0_4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6" name="Google Shape;16;g13d516ff8d8_0_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13d516ff8d8_0_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13d516ff8d8_0_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13d516ff8d8_0_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g13d516ff8d8_0_4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21" name="Google Shape;21;g13d516ff8d8_0_4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" name="Google Shape;22;g13d516ff8d8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3d516ff8d8_0_12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13d516ff8d8_0_125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g13d516ff8d8_0_125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g13d516ff8d8_0_125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g13d516ff8d8_0_125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" name="Google Shape;29;g13d516ff8d8_0_125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g13d516ff8d8_0_14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32" name="Google Shape;32;g13d516ff8d8_0_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13d516ff8d8_0_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13d516ff8d8_0_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13d516ff8d8_0_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13d516ff8d8_0_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13d516ff8d8_0_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13d516ff8d8_0_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13d516ff8d8_0_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13d516ff8d8_0_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13d516ff8d8_0_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13d516ff8d8_0_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13d516ff8d8_0_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13d516ff8d8_0_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13d516ff8d8_0_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13d516ff8d8_0_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13d516ff8d8_0_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13d516ff8d8_0_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13d516ff8d8_0_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g13d516ff8d8_0_14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13d516ff8d8_0_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g13d516ff8d8_0_36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54" name="Google Shape;54;g13d516ff8d8_0_3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13d516ff8d8_0_3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g13d516ff8d8_0_3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7" name="Google Shape;57;g13d516ff8d8_0_36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g13d516ff8d8_0_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13d516ff8d8_0_43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61" name="Google Shape;61;g13d516ff8d8_0_4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13d516ff8d8_0_4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g13d516ff8d8_0_43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4" name="Google Shape;64;g13d516ff8d8_0_43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g13d516ff8d8_0_43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g13d516ff8d8_0_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g13d516ff8d8_0_51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69" name="Google Shape;69;g13d516ff8d8_0_5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13d516ff8d8_0_5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g13d516ff8d8_0_51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2" name="Google Shape;72;g13d516ff8d8_0_5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13d516ff8d8_0_57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75" name="Google Shape;75;g13d516ff8d8_0_5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13d516ff8d8_0_5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g13d516ff8d8_0_5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8" name="Google Shape;78;g13d516ff8d8_0_5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g13d516ff8d8_0_5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g13d516ff8d8_0_64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82" name="Google Shape;82;g13d516ff8d8_0_64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13d516ff8d8_0_64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13d516ff8d8_0_64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13d516ff8d8_0_64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13d516ff8d8_0_64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13d516ff8d8_0_64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13d516ff8d8_0_64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13d516ff8d8_0_64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13d516ff8d8_0_64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13d516ff8d8_0_64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13d516ff8d8_0_64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13d516ff8d8_0_64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13d516ff8d8_0_64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13d516ff8d8_0_64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13d516ff8d8_0_64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13d516ff8d8_0_64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13d516ff8d8_0_64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13d516ff8d8_0_64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g13d516ff8d8_0_64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13d516ff8d8_0_6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g13d516ff8d8_0_86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104" name="Google Shape;104;g13d516ff8d8_0_8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13d516ff8d8_0_8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g13d516ff8d8_0_86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7" name="Google Shape;107;g13d516ff8d8_0_86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8" name="Google Shape;108;g13d516ff8d8_0_86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g13d516ff8d8_0_8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g13d516ff8d8_0_94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12" name="Google Shape;112;g13d516ff8d8_0_94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8627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13d516ff8d8_0_94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8627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g13d516ff8d8_0_94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15" name="Google Shape;115;g13d516ff8d8_0_9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g13d516ff8d8_0_100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18" name="Google Shape;118;g13d516ff8d8_0_100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13d516ff8d8_0_100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235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13d516ff8d8_0_100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13d516ff8d8_0_10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13d516ff8d8_0_100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13d516ff8d8_0_100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13d516ff8d8_0_100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13d516ff8d8_0_100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13d516ff8d8_0_100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13d516ff8d8_0_10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13d516ff8d8_0_100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13d516ff8d8_0_100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13d516ff8d8_0_100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13d516ff8d8_0_10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13d516ff8d8_0_100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13d516ff8d8_0_100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13d516ff8d8_0_100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13d516ff8d8_0_100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6274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g13d516ff8d8_0_100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37" name="Google Shape;137;g13d516ff8d8_0_100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38" name="Google Shape;138;g13d516ff8d8_0_10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3d516ff8d8_0_1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3d516ff8d8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" name="Google Shape;11;g13d516ff8d8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Google Shape;12;g13d516ff8d8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</a:pPr>
            <a:r>
              <a:rPr lang="en-US"/>
              <a:t>BASIC JAVA</a:t>
            </a:r>
            <a:br>
              <a:rPr lang="en-US"/>
            </a:br>
            <a:r>
              <a:rPr lang="en-US" sz="5000"/>
              <a:t>CLASS-7</a:t>
            </a:r>
            <a:endParaRPr sz="5000"/>
          </a:p>
        </p:txBody>
      </p:sp>
      <p:sp>
        <p:nvSpPr>
          <p:cNvPr id="146" name="Google Shape;146;p1"/>
          <p:cNvSpPr txBox="1">
            <a:spLocks noGrp="1"/>
          </p:cNvSpPr>
          <p:nvPr>
            <p:ph type="subTitle" idx="1"/>
          </p:nvPr>
        </p:nvSpPr>
        <p:spPr>
          <a:xfrm>
            <a:off x="2769205" y="4361679"/>
            <a:ext cx="8637000" cy="14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Instructor</a:t>
            </a:r>
            <a:endParaRPr/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SALMAN RAHMAN</a:t>
            </a:r>
            <a:endParaRPr/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ROAD TO SDET</a:t>
            </a:r>
            <a:endParaRPr/>
          </a:p>
        </p:txBody>
      </p:sp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326" y="4525475"/>
            <a:ext cx="1250108" cy="12501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53" name="Google Shape;153;p2"/>
          <p:cNvSpPr txBox="1">
            <a:spLocks noGrp="1"/>
          </p:cNvSpPr>
          <p:nvPr>
            <p:ph type="body" idx="1"/>
          </p:nvPr>
        </p:nvSpPr>
        <p:spPr>
          <a:xfrm>
            <a:off x="1451573" y="2015725"/>
            <a:ext cx="3858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dirty="0"/>
              <a:t>Class/Method/Object/Properties</a:t>
            </a:r>
            <a:endParaRPr sz="1500"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 dirty="0"/>
              <a:t>Constructor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 dirty="0"/>
              <a:t>Inheritance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 dirty="0"/>
              <a:t>Polymorphism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 dirty="0"/>
              <a:t>Encapsulation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 dirty="0"/>
              <a:t>Abstraction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 dirty="0"/>
              <a:t>Interface</a:t>
            </a:r>
            <a:endParaRPr dirty="0"/>
          </a:p>
          <a:p>
            <a:pPr marL="228600" lvl="0" indent="-13335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1500"/>
              <a:buNone/>
            </a:pPr>
            <a:endParaRPr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DEFAULT CONSTRUCTOR</a:t>
            </a:r>
            <a:endParaRPr/>
          </a:p>
        </p:txBody>
      </p:sp>
      <p:sp>
        <p:nvSpPr>
          <p:cNvPr id="159" name="Google Shape;159;p3"/>
          <p:cNvSpPr txBox="1">
            <a:spLocks noGrp="1"/>
          </p:cNvSpPr>
          <p:nvPr>
            <p:ph type="body" idx="1"/>
          </p:nvPr>
        </p:nvSpPr>
        <p:spPr>
          <a:xfrm>
            <a:off x="1451575" y="1969000"/>
            <a:ext cx="8549100" cy="240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DefaultConstructor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DefaultConstructor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"Calling default constructor"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DefaultConstructor defaultConstructor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DefaultConstructor();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>
            <a:spLocks noGrp="1"/>
          </p:cNvSpPr>
          <p:nvPr>
            <p:ph type="title"/>
          </p:nvPr>
        </p:nvSpPr>
        <p:spPr>
          <a:xfrm>
            <a:off x="1598904" y="28126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PARAMETERIZED CONSTRUCTOR</a:t>
            </a:r>
            <a:endParaRPr/>
          </a:p>
        </p:txBody>
      </p:sp>
      <p:sp>
        <p:nvSpPr>
          <p:cNvPr id="165" name="Google Shape;165;p4"/>
          <p:cNvSpPr txBox="1">
            <a:spLocks noGrp="1"/>
          </p:cNvSpPr>
          <p:nvPr>
            <p:ph type="body" idx="1"/>
          </p:nvPr>
        </p:nvSpPr>
        <p:spPr>
          <a:xfrm>
            <a:off x="1598900" y="2151150"/>
            <a:ext cx="8733300" cy="35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ProductSell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int </a:t>
            </a:r>
            <a:r>
              <a:rPr lang="en-US" sz="15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</a:t>
            </a:r>
            <a:r>
              <a:rPr lang="en-US" sz="15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ProductSell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vat){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0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=vat;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int </a:t>
            </a:r>
            <a:r>
              <a:rPr lang="en-US" sz="15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getPrice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price){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price+=(price*</a:t>
            </a:r>
            <a:r>
              <a:rPr lang="en-US" sz="15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price;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ProductSell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shirt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ProductSell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totalPrice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shirt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.getPrice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totalPrice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>
            <a:spLocks noGrp="1"/>
          </p:cNvSpPr>
          <p:nvPr>
            <p:ph type="title"/>
          </p:nvPr>
        </p:nvSpPr>
        <p:spPr>
          <a:xfrm>
            <a:off x="1598904" y="28126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Static Keyword</a:t>
            </a:r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1"/>
          </p:nvPr>
        </p:nvSpPr>
        <p:spPr>
          <a:xfrm>
            <a:off x="1598900" y="2266977"/>
            <a:ext cx="8733300" cy="33239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ProductSell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int </a:t>
            </a:r>
            <a:r>
              <a:rPr lang="en-US" sz="1500" b="0" i="0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vat = 15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int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getPrice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price){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price+=(price*</a:t>
            </a:r>
            <a:r>
              <a:rPr lang="en-US" sz="1500" b="0" i="0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price;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ProductSell 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ProductSell();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totalPrice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.getPrice(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totalPrice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System.out.print</a:t>
            </a:r>
            <a:r>
              <a:rPr lang="en-US" sz="150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ln( ProductSell.vat )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INHERITANCE</a:t>
            </a:r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body" idx="1"/>
          </p:nvPr>
        </p:nvSpPr>
        <p:spPr>
          <a:xfrm>
            <a:off x="1451579" y="1853754"/>
            <a:ext cx="6945900" cy="424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MyInheritance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Fish animal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Fish();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animal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.talk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animal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.breeds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"fish"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Animal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5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talk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"Animals can't talk"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5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breeds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animal){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(animal+</a:t>
            </a:r>
            <a:r>
              <a:rPr lang="en-US" sz="15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gives birth "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+animal);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Fish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extends 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Animal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>
            <a:spLocks noGrp="1"/>
          </p:cNvSpPr>
          <p:nvPr>
            <p:ph type="title"/>
          </p:nvPr>
        </p:nvSpPr>
        <p:spPr>
          <a:xfrm>
            <a:off x="1512539" y="83159"/>
            <a:ext cx="9603275" cy="67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Super Keyword</a:t>
            </a:r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body" idx="1"/>
          </p:nvPr>
        </p:nvSpPr>
        <p:spPr>
          <a:xfrm>
            <a:off x="993604" y="909069"/>
            <a:ext cx="10122210" cy="53706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2800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Used To call parent class property / method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endParaRPr sz="1500" dirty="0">
              <a:solidFill>
                <a:srgbClr val="0033B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MyInheritance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Fish </a:t>
            </a:r>
            <a:r>
              <a:rPr lang="en-US" sz="150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fish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Fish();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fish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check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Animal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5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talk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"Animals can't talk"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Fish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extends 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Animal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public void talk(){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None/>
            </a:pP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lang="en-US" sz="1500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i="1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“Fish can't talk"</a:t>
            </a: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  }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None/>
            </a:pPr>
            <a:endParaRPr sz="1500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public void check(){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//talk();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</a:t>
            </a:r>
            <a:r>
              <a:rPr lang="en-US" sz="15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super.talk</a:t>
            </a: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POLYMORPHISM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body" idx="1"/>
          </p:nvPr>
        </p:nvSpPr>
        <p:spPr>
          <a:xfrm>
            <a:off x="1451579" y="1960053"/>
            <a:ext cx="8700000" cy="40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300"/>
              <a:buFont typeface="JetBrains Mono"/>
              <a:buNone/>
            </a:pP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3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MyPolymorphism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3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Birds birds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Birds();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3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birds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.talk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Birds parrot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Parrot();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3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parrot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.talk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Birds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3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talk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3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"Birds can't talk"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Parrot </a:t>
            </a: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extends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Birds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3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3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talk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3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3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3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"Parrot can talk"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>
            <a:spLocks noGrp="1"/>
          </p:cNvSpPr>
          <p:nvPr>
            <p:ph type="title"/>
          </p:nvPr>
        </p:nvSpPr>
        <p:spPr>
          <a:xfrm>
            <a:off x="1294354" y="282144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OVERLOADING</a:t>
            </a:r>
            <a:endParaRPr/>
          </a:p>
        </p:txBody>
      </p:sp>
      <p:sp>
        <p:nvSpPr>
          <p:cNvPr id="195" name="Google Shape;195;p7"/>
          <p:cNvSpPr txBox="1">
            <a:spLocks noGrp="1"/>
          </p:cNvSpPr>
          <p:nvPr>
            <p:ph type="body" idx="1"/>
          </p:nvPr>
        </p:nvSpPr>
        <p:spPr>
          <a:xfrm>
            <a:off x="1441696" y="2070775"/>
            <a:ext cx="6973500" cy="35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MyOverloading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Salary salary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Salary();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mySalary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salary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.mySalary(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mySalary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Salary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int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mySalary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hour){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hour*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500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int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mySalary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hour,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overtime){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(hour*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500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)+(overtime*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>
            <a:spLocks noGrp="1"/>
          </p:cNvSpPr>
          <p:nvPr>
            <p:ph type="title"/>
          </p:nvPr>
        </p:nvSpPr>
        <p:spPr>
          <a:xfrm>
            <a:off x="5391200" y="474400"/>
            <a:ext cx="77661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ENCAPSULATION</a:t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42025" y="243500"/>
            <a:ext cx="4801800" cy="637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200"/>
              <a:buFont typeface="JetBrains Mono"/>
              <a:buNone/>
            </a:pP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//Encapsulation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</a:pPr>
            <a:endParaRPr sz="1200" b="0" i="0" u="none" strike="noStrike" cap="none" dirty="0">
              <a:solidFill>
                <a:srgbClr val="0033B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200"/>
              <a:buFont typeface="JetBrains Mono"/>
              <a:buNone/>
            </a:pP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Dress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brand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getBrand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brand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setBrand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brand) 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200" b="0" i="0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brand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brand;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getColor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setColor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color) 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200" b="0" i="0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color;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getSize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setSize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size) 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200" b="0" i="0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size;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int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getPrice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price,</a:t>
            </a:r>
            <a:r>
              <a:rPr lang="en-US" sz="1200" b="0" i="0" u="none" strike="noStrike" cap="none" dirty="0" err="1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discount){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price=price-(price*discount/</a:t>
            </a:r>
            <a:r>
              <a:rPr lang="en-US" sz="12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318450" y="2043500"/>
            <a:ext cx="5504400" cy="457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 tshirt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.setBrand(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"Aarong"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.setColor(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"Blue"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.setSize(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"XL"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.getBrand());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.getColor());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.getSize());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tshirt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.getPrice(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500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500" b="0" i="0" u="none" strike="noStrike" cap="none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ABSTRACT CLASS</a:t>
            </a:r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body" idx="1"/>
          </p:nvPr>
        </p:nvSpPr>
        <p:spPr>
          <a:xfrm>
            <a:off x="1006250" y="1656425"/>
            <a:ext cx="9830400" cy="440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000"/>
              <a:buFont typeface="JetBrains Mono"/>
              <a:buNone/>
            </a:pP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MyFood 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0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Food biriani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Biriani();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biriani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.cookFood();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Food khichuri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Khichuri();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khichuri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.cookFood();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Food 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000" b="0" i="0" u="none" strike="noStrike" cap="none">
                <a:solidFill>
                  <a:srgbClr val="9E880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@Override</a:t>
            </a:r>
            <a:br>
              <a:rPr lang="en-US" sz="1000" b="0" i="0" u="none" strike="noStrike" cap="none">
                <a:solidFill>
                  <a:srgbClr val="9E880D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9E880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</a:t>
            </a:r>
            <a:r>
              <a:rPr lang="en-US" sz="10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cookFood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0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0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"Cooking food"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}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};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.cookFood();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 class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abstract void </a:t>
            </a:r>
            <a:r>
              <a:rPr lang="en-US" sz="10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cookFood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Biriani 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extends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</a:t>
            </a:r>
            <a:r>
              <a:rPr lang="en-US" sz="10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cookFood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0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0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"Cooking biriani"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Khichuri 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extends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0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</a:t>
            </a:r>
            <a:r>
              <a:rPr lang="en-US" sz="10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cookFood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0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0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"Cooking khichuri"</a:t>
            </a: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0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INTERFACE</a:t>
            </a:r>
            <a:endParaRPr/>
          </a:p>
        </p:txBody>
      </p:sp>
      <p:sp>
        <p:nvSpPr>
          <p:cNvPr id="214" name="Google Shape;214;p10"/>
          <p:cNvSpPr txBox="1">
            <a:spLocks noGrp="1"/>
          </p:cNvSpPr>
          <p:nvPr>
            <p:ph type="body" idx="1"/>
          </p:nvPr>
        </p:nvSpPr>
        <p:spPr>
          <a:xfrm>
            <a:off x="1451579" y="1923831"/>
            <a:ext cx="6628800" cy="397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interface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MyInterface 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</a:t>
            </a:r>
            <a:r>
              <a:rPr lang="en-US" sz="12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drawShape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Rectangle </a:t>
            </a: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implements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MyInterface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2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drawShape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2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2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"Drawing rectangle"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 </a:t>
            </a: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implements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MyInterface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2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drawShape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2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2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"Drawing circle"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TestInterface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2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args) {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MyInterface rectangle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Rectangle();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rectangle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.drawShape();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MyInterface circle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2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Circle();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circle</a:t>
            </a: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.drawShape();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6486"/>
              <a:buFont typeface="Gill Sans"/>
              <a:buNone/>
            </a:pPr>
            <a:r>
              <a:rPr lang="en-US"/>
              <a:t>MULTIPLE INHERITANCE USING INTERFACE</a:t>
            </a:r>
            <a:endParaRPr/>
          </a:p>
        </p:txBody>
      </p:sp>
      <p:sp>
        <p:nvSpPr>
          <p:cNvPr id="220" name="Google Shape;220;p11"/>
          <p:cNvSpPr txBox="1">
            <a:spLocks noGrp="1"/>
          </p:cNvSpPr>
          <p:nvPr>
            <p:ph type="body" idx="1"/>
          </p:nvPr>
        </p:nvSpPr>
        <p:spPr>
          <a:xfrm>
            <a:off x="1451575" y="1974600"/>
            <a:ext cx="8487000" cy="415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200"/>
              <a:buFont typeface="JetBrains Mono"/>
              <a:buNone/>
            </a:pP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MultpleInterface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2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Child child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Child();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child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.looksLike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child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.behaviour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Father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looksLike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Mother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behaviour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Child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implements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Father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Mother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looksLike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2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"Looking like father"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lang="en-US" sz="12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behaviour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2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"Behave like mother"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>
            <a:spLocks noGrp="1"/>
          </p:cNvSpPr>
          <p:nvPr>
            <p:ph type="title"/>
          </p:nvPr>
        </p:nvSpPr>
        <p:spPr>
          <a:xfrm>
            <a:off x="1451575" y="347657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Access Modifier</a:t>
            </a:r>
            <a:endParaRPr/>
          </a:p>
        </p:txBody>
      </p:sp>
      <p:sp>
        <p:nvSpPr>
          <p:cNvPr id="226" name="Google Shape;226;p14"/>
          <p:cNvSpPr txBox="1">
            <a:spLocks noGrp="1"/>
          </p:cNvSpPr>
          <p:nvPr>
            <p:ph type="body" idx="1"/>
          </p:nvPr>
        </p:nvSpPr>
        <p:spPr>
          <a:xfrm>
            <a:off x="1451575" y="3821738"/>
            <a:ext cx="8487000" cy="461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200"/>
              <a:buFont typeface="JetBrains Mono"/>
              <a:buNone/>
            </a:pPr>
            <a:br>
              <a:rPr lang="en-US" sz="12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1861" y="1790471"/>
            <a:ext cx="10757259" cy="447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1377</Words>
  <Application>Microsoft Office PowerPoint</Application>
  <PresentationFormat>Widescreen</PresentationFormat>
  <Paragraphs>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Gill Sans</vt:lpstr>
      <vt:lpstr>Montserrat</vt:lpstr>
      <vt:lpstr>Lato</vt:lpstr>
      <vt:lpstr>Calibri</vt:lpstr>
      <vt:lpstr>Arial</vt:lpstr>
      <vt:lpstr>JetBrains Mono</vt:lpstr>
      <vt:lpstr>Focus</vt:lpstr>
      <vt:lpstr>BASIC JAVA CLASS-7</vt:lpstr>
      <vt:lpstr>CONTENTS</vt:lpstr>
      <vt:lpstr>DEFAULT CONSTRUCTOR</vt:lpstr>
      <vt:lpstr>PARAMETERIZED CONSTRUCTOR</vt:lpstr>
      <vt:lpstr>Static Keyword</vt:lpstr>
      <vt:lpstr>INHERITANCE</vt:lpstr>
      <vt:lpstr>Super Keyword</vt:lpstr>
      <vt:lpstr>POLYMORPHISM</vt:lpstr>
      <vt:lpstr>OVERLOADING</vt:lpstr>
      <vt:lpstr>ENCAPSULATION</vt:lpstr>
      <vt:lpstr>ABSTRACT CLASS</vt:lpstr>
      <vt:lpstr>INTERFACE</vt:lpstr>
      <vt:lpstr>MULTIPLE INHERITANCE USING INTERFACE</vt:lpstr>
      <vt:lpstr>Access Modifier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Salman Srabon</dc:creator>
  <cp:lastModifiedBy>Shouvik Datta</cp:lastModifiedBy>
  <cp:revision>1</cp:revision>
  <dcterms:created xsi:type="dcterms:W3CDTF">2021-07-21T10:28:43Z</dcterms:created>
  <dcterms:modified xsi:type="dcterms:W3CDTF">2025-10-03T03:13:25Z</dcterms:modified>
</cp:coreProperties>
</file>