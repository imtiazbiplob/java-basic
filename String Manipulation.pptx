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2shBlNU0SU75NdvNYPhUPI+Ro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292b642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0292b642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292bff2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30292bff2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292bff21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0292bff21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b0d6f05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g33b0d6f05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b0d6f053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3b0d6f053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b0d6f053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33b0d6f053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b0d6f053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3b0d6f053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3b0d6f053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3b0d6f053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b0d6f053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g33b0d6f053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b0d6f053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3b0d6f053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b0d6f053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3b0d6f053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b0d6f053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" name="Google Shape;215;g33b0d6f053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b0d6f0537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33b0d6f0537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b0d6f0537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" name="Google Shape;228;g33b0d6f053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b0d6f0537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4" name="Google Shape;234;g33b0d6f0537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b0d6f0537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g33b0d6f0537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ftr" idx="11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Google Shape;20;p18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1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20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1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2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2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2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3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4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2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" name="Google Shape;58;p2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1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body" idx="2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25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6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26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1764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6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>
            <a:spLocks noGrp="1"/>
          </p:cNvSpPr>
          <p:nvPr>
            <p:ph type="pic" idx="2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26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1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2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 txBox="1">
            <a:spLocks noGrp="1"/>
          </p:cNvSpPr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body" idx="1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28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17"/>
          <p:cNvPicPr preferRelativeResize="0"/>
          <p:nvPr/>
        </p:nvPicPr>
        <p:blipFill rotWithShape="1">
          <a:blip r:embed="rId13">
            <a:alphaModFix/>
          </a:blip>
          <a:srcRect t="1538" b="-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7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7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</a:pPr>
            <a:r>
              <a:rPr lang="en-US"/>
              <a:t>BASIC JAVA</a:t>
            </a:r>
            <a:br>
              <a:rPr lang="en-US"/>
            </a:br>
            <a:r>
              <a:rPr lang="en-US" sz="5000"/>
              <a:t>CLASS-4</a:t>
            </a:r>
            <a:endParaRPr sz="5000"/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41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INSTRUCTOR</a:t>
            </a:r>
            <a:endParaRPr/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Nazmul Hasan</a:t>
            </a:r>
            <a:endParaRPr/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ROAD TO SDET</a:t>
            </a:r>
            <a:endParaRPr/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476" y="85725"/>
            <a:ext cx="1250108" cy="1250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15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Gill Sans"/>
              <a:buNone/>
            </a:pP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String</a:t>
            </a: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Regular Expression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STRING METHODS</a:t>
            </a:r>
            <a:endParaRPr/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1247192" y="2015732"/>
            <a:ext cx="4491136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19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/>
              <a:t>string.toCharArray();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/>
              <a:t>String.length() // return string length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/>
              <a:t>String.charAt(index) //return char value at n index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/>
              <a:t>String.indexOf(“char");//returns the index of char substring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/>
              <a:t>s1.contains(s2) //return true if contains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/>
              <a:t>s1.equals(s2) //return true if equals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/>
              <a:t>String.replace(“oldVal”,”newVal”)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⮚"/>
            </a:pPr>
            <a:r>
              <a:rPr lang="en-US"/>
              <a:t>String.replaceAll(“oldVal”,”newVal”)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5738328" y="2015731"/>
            <a:ext cx="5206480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0002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⮚"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String[] words=s1.split("\\s") return splitted value in array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00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⮚"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String.substring(index1,index2) //return the cropped value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00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⮚"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String.toLowerCase(); // return lowercase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00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⮚"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String.toUpperCase(); //return uppercase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00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⮚"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String.trim(); //return string without blank space</a:t>
            </a: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28600" marR="0" lvl="0" indent="-200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Char char="⮚"/>
            </a:pPr>
            <a:r>
              <a:rPr lang="en-U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StringBuilder sb=new StringBuilder(); sb.append(chars);</a:t>
            </a: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28600" marR="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STRING EXAMPLES</a:t>
            </a:r>
            <a:endParaRPr/>
          </a:p>
        </p:txBody>
      </p:sp>
      <p:sp>
        <p:nvSpPr>
          <p:cNvPr id="121" name="Google Shape;121;p4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Count chars from a given string</a:t>
            </a: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Count words from a given string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SIMPLE STRING PROGRAM::WORD COUNT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1451573" y="2003277"/>
            <a:ext cx="8326500" cy="346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sz="2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20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b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mystr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20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"This is my    country"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//count string length</a:t>
            </a:r>
            <a:br>
              <a:rPr lang="en-US" sz="20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mystr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.length());</a:t>
            </a:r>
            <a:b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mystr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.split(</a:t>
            </a:r>
            <a:r>
              <a:rPr lang="en-US" sz="20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"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//count word length</a:t>
            </a:r>
            <a:br>
              <a:rPr lang="en-US" sz="20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2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 b="0" i="0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1496600" y="979974"/>
            <a:ext cx="10089900" cy="378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2400"/>
              <a:buFont typeface="JetBrains Mono"/>
              <a:buNone/>
            </a:pPr>
            <a:r>
              <a:rPr lang="en-US" sz="2400" b="1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main(String[]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String str=</a:t>
            </a:r>
            <a:r>
              <a:rPr lang="en-US" sz="2400" b="1" i="0" u="none" strike="noStrike" cap="none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2400" b="1" i="0" u="none" strike="noStrike" cap="none" dirty="0" err="1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rahim</a:t>
            </a:r>
            <a:r>
              <a:rPr lang="en-US" sz="2400" b="1" i="0" u="none" strike="noStrike" cap="none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lives in </a:t>
            </a:r>
            <a:r>
              <a:rPr lang="en-US" sz="2400" b="1" i="0" u="none" strike="noStrike" cap="none" dirty="0" err="1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sylhet</a:t>
            </a:r>
            <a:r>
              <a:rPr lang="en-US" sz="2400" b="1" i="0" u="none" strike="noStrike" cap="none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String[] words=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str.split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400" b="1" i="0" u="none" strike="noStrike" cap="none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"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400" b="1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400" b="1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2400" b="0" i="0" u="none" strike="noStrike" cap="none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;i&lt;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words.</a:t>
            </a:r>
            <a:r>
              <a:rPr lang="en-US" sz="2400" b="1" i="0" u="none" strike="noStrike" cap="none" dirty="0" err="1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++){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String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firstLetter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String.</a:t>
            </a:r>
            <a:r>
              <a:rPr lang="en-US" sz="2400" b="0" i="1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valueOf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(words[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].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charAt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400" b="0" i="0" u="none" strike="noStrike" cap="none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)).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toUpperCase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String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othersLetter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=words[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].substring(</a:t>
            </a:r>
            <a:r>
              <a:rPr lang="en-US" sz="2400" b="0" i="0" u="none" strike="noStrike" cap="none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en-US" sz="2400" b="1" i="1" u="none" strike="noStrike" cap="none" dirty="0" err="1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firstLetter+othersLetter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REVERSE A STRING</a:t>
            </a:r>
            <a:endParaRPr/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1441946" y="2425391"/>
            <a:ext cx="7535400" cy="23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Font typeface="JetBrains Mono"/>
              <a:buNone/>
            </a:pPr>
            <a:r>
              <a:rPr lang="en-US" sz="1800" b="1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reverseString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(String str){</a:t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1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[]=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str.toCharArray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String rev=</a:t>
            </a:r>
            <a:r>
              <a:rPr lang="en-US" sz="1800" b="1" i="0" u="none" strike="noStrike" cap="none" dirty="0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1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800" b="1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=ch.</a:t>
            </a:r>
            <a:r>
              <a:rPr lang="en-US" sz="1800" b="1" i="0" u="none" strike="noStrike" cap="none" dirty="0">
                <a:solidFill>
                  <a:srgbClr val="660E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lang="en-US" sz="1800" b="0" i="0" u="none" strike="noStrike" cap="none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;i&gt;=</a:t>
            </a:r>
            <a:r>
              <a:rPr lang="en-US" sz="1800" b="0" i="0" u="none" strike="noStrike" cap="none" dirty="0">
                <a:solidFill>
                  <a:srgbClr val="000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;i--){</a:t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rev+=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];</a:t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1" i="0" u="none" strike="noStrike" cap="none" dirty="0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rev;</a:t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REVERSE STRING USING QUERY BUILDER</a:t>
            </a:r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1451573" y="2547684"/>
            <a:ext cx="8192100" cy="16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2000"/>
              <a:buFont typeface="JetBrains Mono"/>
              <a:buNone/>
            </a:pPr>
            <a:r>
              <a:rPr lang="en-US" b="1" i="0" u="none" strike="noStrike" cap="non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</a:t>
            </a:r>
            <a: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reverseString(String str){</a:t>
            </a:r>
            <a:b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StringBuilder sb=</a:t>
            </a:r>
            <a:r>
              <a:rPr lang="en-US" b="1" i="0" u="none" strike="noStrike" cap="non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StringBuilder(str);</a:t>
            </a:r>
            <a:b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sb.reverse();</a:t>
            </a:r>
            <a:b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1" i="0" u="none" strike="noStrike" cap="non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sb.toString();</a:t>
            </a:r>
            <a:b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292b64215_0_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Palindrome</a:t>
            </a:r>
            <a:endParaRPr/>
          </a:p>
        </p:txBody>
      </p:sp>
      <p:sp>
        <p:nvSpPr>
          <p:cNvPr id="150" name="Google Shape;150;g30292b64215_0_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Same as string reverse</a:t>
            </a:r>
            <a:br>
              <a:rPr lang="en-US"/>
            </a:br>
            <a:br>
              <a:rPr lang="en-US"/>
            </a:br>
            <a:r>
              <a:rPr lang="en-US"/>
              <a:t>abcba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292bff210_0_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46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Sort String in ascending order</a:t>
            </a:r>
            <a:endParaRPr dirty="0"/>
          </a:p>
        </p:txBody>
      </p:sp>
      <p:sp>
        <p:nvSpPr>
          <p:cNvPr id="156" name="Google Shape;156;g30292bff210_0_0"/>
          <p:cNvSpPr txBox="1">
            <a:spLocks noGrp="1"/>
          </p:cNvSpPr>
          <p:nvPr>
            <p:ph type="body" idx="1"/>
          </p:nvPr>
        </p:nvSpPr>
        <p:spPr>
          <a:xfrm>
            <a:off x="1294350" y="1757680"/>
            <a:ext cx="9603300" cy="411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50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myStr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"hello"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chars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myStr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.toCharArray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Arrays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sort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chars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String str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Arrays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toString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chars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StringBuilder sb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StringBuilder();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sb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.append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chars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sb</a:t>
            </a: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lang="en-US" sz="135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5882"/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292bff210_0_6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 if the word is anagram or not</a:t>
            </a:r>
            <a:endParaRPr/>
          </a:p>
        </p:txBody>
      </p:sp>
      <p:sp>
        <p:nvSpPr>
          <p:cNvPr id="162" name="Google Shape;162;g30292bff210_0_6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public static void main(String[] </a:t>
            </a:r>
            <a:r>
              <a:rPr lang="en-US" sz="1237" dirty="0" err="1"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String word1="race";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String word2="care";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char[] chars1=word1.toCharArray();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char[] chars2=word2.toCharArray();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237" dirty="0" err="1">
                <a:latin typeface="JetBrains Mono"/>
                <a:ea typeface="JetBrains Mono"/>
                <a:cs typeface="JetBrains Mono"/>
                <a:sym typeface="JetBrains Mono"/>
              </a:rPr>
              <a:t>Arrays.sort</a:t>
            </a: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(chars1);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237" dirty="0" err="1">
                <a:latin typeface="JetBrains Mono"/>
                <a:ea typeface="JetBrains Mono"/>
                <a:cs typeface="JetBrains Mono"/>
                <a:sym typeface="JetBrains Mono"/>
              </a:rPr>
              <a:t>Arrays.sort</a:t>
            </a: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(chars2);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if(</a:t>
            </a:r>
            <a:r>
              <a:rPr lang="en-US" sz="1237" dirty="0" err="1">
                <a:latin typeface="JetBrains Mono"/>
                <a:ea typeface="JetBrains Mono"/>
                <a:cs typeface="JetBrains Mono"/>
                <a:sym typeface="JetBrains Mono"/>
              </a:rPr>
              <a:t>Arrays.equals</a:t>
            </a: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(chars1,chars2)){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237" dirty="0" err="1">
                <a:latin typeface="JetBrains Mono"/>
                <a:ea typeface="JetBrains Mono"/>
                <a:cs typeface="JetBrains Mono"/>
                <a:sym typeface="JetBrains Mono"/>
              </a:rPr>
              <a:t>System.out.println</a:t>
            </a: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("Anagram");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else{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-US" sz="1237" dirty="0" err="1">
                <a:latin typeface="JetBrains Mono"/>
                <a:ea typeface="JetBrains Mono"/>
                <a:cs typeface="JetBrains Mono"/>
                <a:sym typeface="JetBrains Mono"/>
              </a:rPr>
              <a:t>System.out.println</a:t>
            </a: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("Not anagram");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37" dirty="0"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237" dirty="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b0d6f0537_0_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GENERATE RANDOM PASSWORD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E2DFAB-FE4A-247E-5830-BAF8DD9B0F1D}"/>
              </a:ext>
            </a:extLst>
          </p:cNvPr>
          <p:cNvSpPr txBox="1"/>
          <p:nvPr/>
        </p:nvSpPr>
        <p:spPr>
          <a:xfrm>
            <a:off x="1330960" y="2032001"/>
            <a:ext cx="10160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String password = </a:t>
            </a:r>
            <a:r>
              <a:rPr lang="en-US" dirty="0" err="1"/>
              <a:t>generateRandomPassword</a:t>
            </a:r>
            <a:r>
              <a:rPr lang="en-US" dirty="0"/>
              <a:t>(8);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(password);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static String </a:t>
            </a:r>
            <a:r>
              <a:rPr lang="en-US" dirty="0" err="1"/>
              <a:t>generateRandomPassword</a:t>
            </a:r>
            <a:r>
              <a:rPr lang="en-US" dirty="0"/>
              <a:t>(int </a:t>
            </a:r>
            <a:r>
              <a:rPr lang="en-US" dirty="0" err="1"/>
              <a:t>len</a:t>
            </a:r>
            <a:r>
              <a:rPr lang="en-US" dirty="0"/>
              <a:t>) {</a:t>
            </a:r>
          </a:p>
          <a:p>
            <a:r>
              <a:rPr lang="en-US" dirty="0"/>
              <a:t>        String chars = "0123456789ABCDEFGHIJKLMNOPQRSTUVWXYZabcdefghijklmnopqrstuvwxyz!@#$%&amp;";</a:t>
            </a:r>
          </a:p>
          <a:p>
            <a:r>
              <a:rPr lang="en-US" dirty="0"/>
              <a:t>        Random </a:t>
            </a:r>
            <a:r>
              <a:rPr lang="en-US" dirty="0" err="1"/>
              <a:t>rnd</a:t>
            </a:r>
            <a:r>
              <a:rPr lang="en-US" dirty="0"/>
              <a:t> = new Random();</a:t>
            </a:r>
          </a:p>
          <a:p>
            <a:r>
              <a:rPr lang="en-US" dirty="0"/>
              <a:t>        StringBuilder sb = new StringBuilder(</a:t>
            </a:r>
            <a:r>
              <a:rPr lang="en-US" dirty="0" err="1"/>
              <a:t>len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len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    </a:t>
            </a:r>
            <a:r>
              <a:rPr lang="en-US" dirty="0" err="1"/>
              <a:t>sb.append</a:t>
            </a:r>
            <a:r>
              <a:rPr lang="en-US" dirty="0"/>
              <a:t>(</a:t>
            </a:r>
            <a:r>
              <a:rPr lang="en-US" dirty="0" err="1"/>
              <a:t>chars.charAt</a:t>
            </a:r>
            <a:r>
              <a:rPr lang="en-US" dirty="0"/>
              <a:t>(</a:t>
            </a:r>
            <a:r>
              <a:rPr lang="en-US" dirty="0" err="1"/>
              <a:t>rnd.nextInt</a:t>
            </a:r>
            <a:r>
              <a:rPr lang="en-US" dirty="0"/>
              <a:t>(</a:t>
            </a:r>
            <a:r>
              <a:rPr lang="en-US" dirty="0" err="1"/>
              <a:t>chars.length</a:t>
            </a:r>
            <a:r>
              <a:rPr lang="en-US" dirty="0"/>
              <a:t>())));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return </a:t>
            </a:r>
            <a:r>
              <a:rPr lang="en-US" dirty="0" err="1"/>
              <a:t>sb.toString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b0d6f0537_0_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Find how many vowels in string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03F552-DA9D-B4A9-190A-D7E5434F7D92}"/>
              </a:ext>
            </a:extLst>
          </p:cNvPr>
          <p:cNvSpPr txBox="1"/>
          <p:nvPr/>
        </p:nvSpPr>
        <p:spPr>
          <a:xfrm>
            <a:off x="1451579" y="1971040"/>
            <a:ext cx="101308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int </a:t>
            </a:r>
            <a:r>
              <a:rPr lang="en-US" dirty="0" err="1"/>
              <a:t>countVowels</a:t>
            </a:r>
            <a:r>
              <a:rPr lang="en-US" dirty="0"/>
              <a:t>(String str) {</a:t>
            </a:r>
          </a:p>
          <a:p>
            <a:r>
              <a:rPr lang="en-US" dirty="0"/>
              <a:t>    int count = 0;</a:t>
            </a:r>
          </a:p>
          <a:p>
            <a:r>
              <a:rPr lang="en-US" dirty="0"/>
              <a:t>    String vowels = "</a:t>
            </a:r>
            <a:r>
              <a:rPr lang="en-US" dirty="0" err="1"/>
              <a:t>aeiouAEIOU</a:t>
            </a:r>
            <a:r>
              <a:rPr lang="en-US" dirty="0"/>
              <a:t>";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for (char </a:t>
            </a:r>
            <a:r>
              <a:rPr lang="en-US" dirty="0" err="1"/>
              <a:t>ch</a:t>
            </a:r>
            <a:r>
              <a:rPr lang="en-US" dirty="0"/>
              <a:t> : </a:t>
            </a:r>
            <a:r>
              <a:rPr lang="en-US" dirty="0" err="1"/>
              <a:t>str.toCharArray</a:t>
            </a:r>
            <a:r>
              <a:rPr lang="en-US" dirty="0"/>
              <a:t>()) {</a:t>
            </a:r>
          </a:p>
          <a:p>
            <a:r>
              <a:rPr lang="en-US" dirty="0"/>
              <a:t>        if (</a:t>
            </a:r>
            <a:r>
              <a:rPr lang="en-US" dirty="0" err="1"/>
              <a:t>vowels.indexOf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 != -1) {</a:t>
            </a:r>
          </a:p>
          <a:p>
            <a:r>
              <a:rPr lang="en-US" dirty="0"/>
              <a:t>            count++;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count;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b0d6f0537_0_1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Find how many unique vowels in string</a:t>
            </a:r>
            <a:endParaRPr dirty="0"/>
          </a:p>
        </p:txBody>
      </p:sp>
      <p:sp>
        <p:nvSpPr>
          <p:cNvPr id="180" name="Google Shape;180;g33b0d6f0537_0_1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public static void main(String[]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String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myStr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= "I am a SQA Engineer";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String vowels = "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aeiou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";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int count = 0;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HashSet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hashSet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= new HashSet();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char[] chars =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myStr.toLowerCase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().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toCharArray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for (char c : chars) {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    if(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vowels.indexOf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(c)!=-1){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        count++;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hashSet.add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(c);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    }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en-US" sz="1350" i="1" dirty="0" err="1"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("Total vowels found " + count);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System.</a:t>
            </a:r>
            <a:r>
              <a:rPr lang="en-US" sz="1350" i="1" dirty="0" err="1"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("Total unique vowel found " + </a:t>
            </a:r>
            <a:r>
              <a:rPr lang="en-US" sz="1350" dirty="0" err="1">
                <a:latin typeface="JetBrains Mono"/>
                <a:ea typeface="JetBrains Mono"/>
                <a:cs typeface="JetBrains Mono"/>
                <a:sym typeface="JetBrains Mono"/>
              </a:rPr>
              <a:t>hashSet.size</a:t>
            </a: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());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2042"/>
              <a:buFont typeface="Arial"/>
              <a:buNone/>
            </a:pPr>
            <a:r>
              <a:rPr lang="en-US" sz="1350" dirty="0"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 dirty="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16127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b0d6f0537_0_2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Remove duplicate characters from String</a:t>
            </a:r>
            <a:endParaRPr dirty="0"/>
          </a:p>
        </p:txBody>
      </p:sp>
      <p:sp>
        <p:nvSpPr>
          <p:cNvPr id="186" name="Google Shape;186;g33b0d6f0537_0_20"/>
          <p:cNvSpPr txBox="1">
            <a:spLocks noGrp="1"/>
          </p:cNvSpPr>
          <p:nvPr>
            <p:ph type="body" idx="1"/>
          </p:nvPr>
        </p:nvSpPr>
        <p:spPr>
          <a:xfrm>
            <a:off x="162560" y="2015724"/>
            <a:ext cx="7457439" cy="448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String </a:t>
            </a:r>
            <a:r>
              <a:rPr lang="en-US" sz="1400" dirty="0" err="1"/>
              <a:t>myStr</a:t>
            </a:r>
            <a:r>
              <a:rPr lang="en-US" sz="1400" dirty="0"/>
              <a:t>="programming";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   char[] chars= </a:t>
            </a:r>
            <a:r>
              <a:rPr lang="en-US" sz="1400" dirty="0" err="1"/>
              <a:t>myStr.toCharArray</a:t>
            </a:r>
            <a:r>
              <a:rPr lang="en-US" sz="1400" dirty="0"/>
              <a:t>();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 err="1"/>
              <a:t>LinkedHashSet</a:t>
            </a:r>
            <a:r>
              <a:rPr lang="en-US" sz="1400" dirty="0"/>
              <a:t>&lt;Character&gt; </a:t>
            </a:r>
            <a:r>
              <a:rPr lang="en-US" sz="1400" dirty="0" err="1"/>
              <a:t>hashSet</a:t>
            </a:r>
            <a:r>
              <a:rPr lang="en-US" sz="1400" dirty="0"/>
              <a:t>=new </a:t>
            </a:r>
            <a:r>
              <a:rPr lang="en-US" sz="1400" dirty="0" err="1"/>
              <a:t>LinkedHashSet</a:t>
            </a:r>
            <a:r>
              <a:rPr lang="en-US" sz="1400" dirty="0"/>
              <a:t>();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 err="1"/>
              <a:t>LinkedHashSet</a:t>
            </a:r>
            <a:r>
              <a:rPr lang="en-US" sz="1400" dirty="0"/>
              <a:t>&lt;Character&gt; </a:t>
            </a:r>
            <a:r>
              <a:rPr lang="en-US" sz="1400" dirty="0" err="1"/>
              <a:t>newHashSet</a:t>
            </a:r>
            <a:r>
              <a:rPr lang="en-US" sz="1400" dirty="0"/>
              <a:t>=new </a:t>
            </a:r>
            <a:r>
              <a:rPr lang="en-US" sz="1400" dirty="0" err="1"/>
              <a:t>LinkedHashSet</a:t>
            </a:r>
            <a:r>
              <a:rPr lang="en-US" sz="1400" dirty="0"/>
              <a:t>(); 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for(char c: chars){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       </a:t>
            </a:r>
            <a:r>
              <a:rPr lang="en-US" sz="1400"/>
              <a:t>if(hashSet.contains</a:t>
            </a:r>
            <a:r>
              <a:rPr lang="en-US" sz="1400" dirty="0"/>
              <a:t>(c)){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           </a:t>
            </a:r>
            <a:r>
              <a:rPr lang="en-US" sz="1400" dirty="0" err="1"/>
              <a:t>newHashSet.add</a:t>
            </a:r>
            <a:r>
              <a:rPr lang="en-US" sz="1400" dirty="0"/>
              <a:t>(c);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       }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       </a:t>
            </a:r>
            <a:r>
              <a:rPr lang="en-US" sz="1400" dirty="0" err="1"/>
              <a:t>hashSet.add</a:t>
            </a:r>
            <a:r>
              <a:rPr lang="en-US" sz="1400" dirty="0"/>
              <a:t>(c);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   }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400" dirty="0"/>
              <a:t>   </a:t>
            </a:r>
            <a:r>
              <a:rPr lang="en-US" sz="1400" dirty="0" err="1"/>
              <a:t>System.out.println</a:t>
            </a:r>
            <a:r>
              <a:rPr lang="en-US" sz="1400" dirty="0"/>
              <a:t>(</a:t>
            </a:r>
            <a:r>
              <a:rPr lang="en-US" sz="1400" dirty="0" err="1"/>
              <a:t>newHashSet</a:t>
            </a:r>
            <a:r>
              <a:rPr lang="en-US" sz="1400" dirty="0"/>
              <a:t>);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dirty="0"/>
              <a:t>   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endParaRPr sz="1200" dirty="0"/>
          </a:p>
        </p:txBody>
      </p:sp>
      <p:sp>
        <p:nvSpPr>
          <p:cNvPr id="187" name="Google Shape;187;g33b0d6f0537_0_20"/>
          <p:cNvSpPr txBox="1"/>
          <p:nvPr/>
        </p:nvSpPr>
        <p:spPr>
          <a:xfrm>
            <a:off x="8443619" y="1745744"/>
            <a:ext cx="3400440" cy="362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StringBuilder sb1=new StringBuilder();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StringBuilder sb2=new StringBuilder();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for(char c: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newHashSet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){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sb1.append(c);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}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for(char c: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hashSet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){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sb2.append(c);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}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System.out.println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(sb1);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System.out.println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(sb2);</a:t>
            </a:r>
            <a:endParaRPr sz="1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sz="20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CD43C-7589-243C-0D72-FB39CB572030}"/>
              </a:ext>
            </a:extLst>
          </p:cNvPr>
          <p:cNvSpPr txBox="1"/>
          <p:nvPr/>
        </p:nvSpPr>
        <p:spPr>
          <a:xfrm>
            <a:off x="8171800" y="5731241"/>
            <a:ext cx="340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Output :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4BD37-586D-A744-9D6B-57DA47F60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3839" y="5372348"/>
            <a:ext cx="2048161" cy="13622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b0d6f0537_0_3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Find frequency of String</a:t>
            </a:r>
            <a:endParaRPr dirty="0"/>
          </a:p>
        </p:txBody>
      </p:sp>
      <p:sp>
        <p:nvSpPr>
          <p:cNvPr id="193" name="Google Shape;193;g33b0d6f0537_0_31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   String </a:t>
            </a:r>
            <a:r>
              <a:rPr lang="en-US" dirty="0" err="1"/>
              <a:t>myStr</a:t>
            </a:r>
            <a:r>
              <a:rPr lang="en-US" dirty="0"/>
              <a:t>="programming";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   char[] chars= </a:t>
            </a:r>
            <a:r>
              <a:rPr lang="en-US" dirty="0" err="1"/>
              <a:t>myStr.toCharArray</a:t>
            </a:r>
            <a:r>
              <a:rPr lang="en-US" dirty="0"/>
              <a:t>();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   HashMap&lt;</a:t>
            </a:r>
            <a:r>
              <a:rPr lang="en-US" dirty="0" err="1"/>
              <a:t>Character,Integer</a:t>
            </a:r>
            <a:r>
              <a:rPr lang="en-US" dirty="0"/>
              <a:t>&gt; </a:t>
            </a:r>
            <a:r>
              <a:rPr lang="en-US" dirty="0" err="1"/>
              <a:t>hashMap</a:t>
            </a:r>
            <a:r>
              <a:rPr lang="en-US" dirty="0"/>
              <a:t>=new HashMap();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   for(char c : chars){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       </a:t>
            </a:r>
            <a:r>
              <a:rPr lang="en-US" dirty="0" err="1"/>
              <a:t>hashMap.put</a:t>
            </a:r>
            <a:r>
              <a:rPr lang="en-US" dirty="0"/>
              <a:t>(</a:t>
            </a:r>
            <a:r>
              <a:rPr lang="en-US" dirty="0" err="1"/>
              <a:t>c,hashMap.getOrDefault</a:t>
            </a:r>
            <a:r>
              <a:rPr lang="en-US" dirty="0"/>
              <a:t>(c,0)+1);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   }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hashMap</a:t>
            </a:r>
            <a:r>
              <a:rPr lang="en-US" dirty="0"/>
              <a:t>);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}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8571"/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b0d6f0537_0_36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SIMPLE STRING PROGRAM</a:t>
            </a:r>
            <a:endParaRPr/>
          </a:p>
        </p:txBody>
      </p:sp>
      <p:sp>
        <p:nvSpPr>
          <p:cNvPr id="199" name="Google Shape;199;g33b0d6f0537_0_36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Write a program that will give following output: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Input: </a:t>
            </a:r>
            <a:r>
              <a:rPr lang="en-US" dirty="0" err="1"/>
              <a:t>bangladesh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Output: B8H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b0d6f0537_0_4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REGULAR EXPRESSION</a:t>
            </a:r>
            <a:endParaRPr/>
          </a:p>
        </p:txBody>
      </p:sp>
      <p:sp>
        <p:nvSpPr>
          <p:cNvPr id="205" name="Google Shape;205;g33b0d6f0537_0_41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Write a program to check password validation if there matched following combinations: Min 8 chars long, at least 1 capital letter, 1 small letter, 1 special chars and 1 digit</a:t>
            </a:r>
            <a:endParaRPr dirty="0"/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206" name="Google Shape;206;g33b0d6f0537_0_41"/>
          <p:cNvSpPr/>
          <p:nvPr/>
        </p:nvSpPr>
        <p:spPr>
          <a:xfrm>
            <a:off x="1759501" y="2877199"/>
            <a:ext cx="7448109" cy="2863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endParaRPr sz="2000" dirty="0">
              <a:solidFill>
                <a:srgbClr val="0033B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sz="20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Email validation</a:t>
            </a:r>
            <a:endParaRPr sz="2000" dirty="0">
              <a:solidFill>
                <a:srgbClr val="0033B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sz="20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regex = "^[A-Za-z0-9+_.-]+@[A-Za-z0-9.-]+$";</a:t>
            </a:r>
            <a:br>
              <a:rPr lang="en-US" sz="20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20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</a:t>
            </a:r>
            <a:r>
              <a:rPr lang="en-US" sz="2000" b="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boolean</a:t>
            </a: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isValid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password){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regex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"^(?=.*[0-9])"</a:t>
            </a:r>
            <a:b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"(?=.*[a-z])(?=.*[A-Z])"</a:t>
            </a:r>
            <a:b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"(?=.*[@#$%^&amp;+=])"</a:t>
            </a:r>
            <a:b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"(?=</a:t>
            </a:r>
            <a:r>
              <a:rPr lang="en-US" sz="2000" b="0" i="0" u="none" strike="noStrike" cap="none" dirty="0">
                <a:solidFill>
                  <a:srgbClr val="0037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\\</a:t>
            </a: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S+$).{8,20}$"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 p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 b="0" i="1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compile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regex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Matcher m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.matcher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(password);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.matches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b0d6f0537_0_47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Get digits from String</a:t>
            </a:r>
            <a:endParaRPr/>
          </a:p>
        </p:txBody>
      </p:sp>
      <p:sp>
        <p:nvSpPr>
          <p:cNvPr id="212" name="Google Shape;212;g33b0d6f0537_0_47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350" dirty="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50" dirty="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 message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 dirty="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"Your secret code is 1234. don’t share with anybody.</a:t>
            </a:r>
            <a:r>
              <a:rPr lang="en-US" sz="1350" dirty="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\r\n</a:t>
            </a:r>
            <a:r>
              <a:rPr lang="en-US" sz="1350" dirty="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Bvwt3fpjs2S"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 code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message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.replaceAll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1350" dirty="0">
                <a:solidFill>
                  <a:srgbClr val="067D17"/>
                </a:solidFill>
                <a:highlight>
                  <a:srgbClr val="EDFCED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[^0-9]</a:t>
            </a:r>
            <a:r>
              <a:rPr lang="en-US" sz="1350" dirty="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""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).substring(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350" dirty="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350" dirty="0" err="1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50" i="1" dirty="0" err="1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50" dirty="0" err="1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50" dirty="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350" dirty="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50" dirty="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b0d6f0537_0_5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REGULAR EXPRESSION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7D617-A753-255E-31B0-04CEF386603A}"/>
              </a:ext>
            </a:extLst>
          </p:cNvPr>
          <p:cNvSpPr txBox="1"/>
          <p:nvPr/>
        </p:nvSpPr>
        <p:spPr>
          <a:xfrm>
            <a:off x="1451579" y="2042160"/>
            <a:ext cx="999874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String str = "The price of this shirt is 500 </a:t>
            </a:r>
            <a:r>
              <a:rPr lang="en-US" dirty="0" err="1"/>
              <a:t>tk</a:t>
            </a:r>
            <a:r>
              <a:rPr lang="en-US" dirty="0"/>
              <a:t> and VAT is 75 Tk";</a:t>
            </a:r>
          </a:p>
          <a:p>
            <a:r>
              <a:rPr lang="en-US" dirty="0"/>
              <a:t>    str = </a:t>
            </a:r>
            <a:r>
              <a:rPr lang="en-US" dirty="0" err="1"/>
              <a:t>str.replaceAll</a:t>
            </a:r>
            <a:r>
              <a:rPr lang="en-US" dirty="0"/>
              <a:t>("[^\\d]", " ");</a:t>
            </a:r>
          </a:p>
          <a:p>
            <a:r>
              <a:rPr lang="en-US" dirty="0"/>
              <a:t>    str = </a:t>
            </a:r>
            <a:r>
              <a:rPr lang="en-US" dirty="0" err="1"/>
              <a:t>str.trim</a:t>
            </a:r>
            <a:r>
              <a:rPr lang="en-US" dirty="0"/>
              <a:t>();</a:t>
            </a:r>
          </a:p>
          <a:p>
            <a:r>
              <a:rPr lang="en-US" dirty="0"/>
              <a:t>    str = </a:t>
            </a:r>
            <a:r>
              <a:rPr lang="en-US" dirty="0" err="1"/>
              <a:t>str.replaceAll</a:t>
            </a:r>
            <a:r>
              <a:rPr lang="en-US" dirty="0"/>
              <a:t>(" +", " ");</a:t>
            </a:r>
          </a:p>
          <a:p>
            <a:r>
              <a:rPr lang="en-US" dirty="0"/>
              <a:t>    String[] 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str.split</a:t>
            </a:r>
            <a:r>
              <a:rPr lang="en-US" dirty="0"/>
              <a:t>(" ");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int </a:t>
            </a:r>
            <a:r>
              <a:rPr lang="en-US" dirty="0" err="1"/>
              <a:t>shirt_price</a:t>
            </a:r>
            <a:r>
              <a:rPr lang="en-US" dirty="0"/>
              <a:t> = 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[0]);</a:t>
            </a:r>
          </a:p>
          <a:p>
            <a:r>
              <a:rPr lang="en-US" dirty="0"/>
              <a:t>    int vat = 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[1]);</a:t>
            </a:r>
          </a:p>
          <a:p>
            <a:r>
              <a:rPr lang="en-US" dirty="0"/>
              <a:t>    int total = </a:t>
            </a:r>
            <a:r>
              <a:rPr lang="en-US" dirty="0" err="1"/>
              <a:t>shirt_price</a:t>
            </a:r>
            <a:r>
              <a:rPr lang="en-US" dirty="0"/>
              <a:t> + vat;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("Total price " + total);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b0d6f0537_0_58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DATETIME</a:t>
            </a:r>
            <a:endParaRPr/>
          </a:p>
        </p:txBody>
      </p:sp>
      <p:sp>
        <p:nvSpPr>
          <p:cNvPr id="225" name="Google Shape;225;g33b0d6f0537_0_58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Get todays datetime</a:t>
            </a: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Format datetime</a:t>
            </a: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Getting timestamp</a:t>
            </a: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Parse datetime</a:t>
            </a: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Getting datetime difference</a:t>
            </a: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/>
              <a:t>Add/subtract year, date, month with current or given date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b0d6f0537_0_6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DATETIME METHOD</a:t>
            </a:r>
            <a:endParaRPr/>
          </a:p>
        </p:txBody>
      </p:sp>
      <p:sp>
        <p:nvSpPr>
          <p:cNvPr id="231" name="Google Shape;231;g33b0d6f0537_0_63"/>
          <p:cNvSpPr/>
          <p:nvPr/>
        </p:nvSpPr>
        <p:spPr>
          <a:xfrm>
            <a:off x="1451579" y="2017529"/>
            <a:ext cx="9764100" cy="369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4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8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getTodate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 date 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8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Date();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timestamp 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.getTime();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timestamp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SimpleDateFormat formatter 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8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SimpleDateFormat(</a:t>
            </a:r>
            <a:r>
              <a:rPr lang="en-US" sz="18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"dd-MM-yyyy hh:mm:ss aa"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todaysDate 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formatter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.format(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timestamp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//String todaysDate = formatter.format(date);</a:t>
            </a:r>
            <a:br>
              <a:rPr lang="en-US" sz="18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8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8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todaysDate</a:t>
            </a: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b0d6f0537_0_68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PARSING DATE TIME AND GET DATE DIFFERENCE</a:t>
            </a:r>
            <a:endParaRPr/>
          </a:p>
        </p:txBody>
      </p:sp>
      <p:sp>
        <p:nvSpPr>
          <p:cNvPr id="237" name="Google Shape;237;g33b0d6f0537_0_68"/>
          <p:cNvSpPr txBox="1">
            <a:spLocks noGrp="1"/>
          </p:cNvSpPr>
          <p:nvPr>
            <p:ph type="body" idx="1"/>
          </p:nvPr>
        </p:nvSpPr>
        <p:spPr>
          <a:xfrm>
            <a:off x="1293812" y="1952767"/>
            <a:ext cx="9604500" cy="389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300"/>
              <a:buFont typeface="JetBrains Mono"/>
              <a:buNone/>
            </a:pP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3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dateDifference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throws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ParseException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thatDay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"15/08/2020 01:15:47 PM"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SimpleDateFormat formatter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SimpleDateFormat(</a:t>
            </a:r>
            <a:r>
              <a:rPr lang="en-US" sz="13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"dd/MM/yyyy</a:t>
            </a:r>
            <a:r>
              <a:rPr lang="en-US" sz="130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hh:mm:ss aa</a:t>
            </a:r>
            <a:r>
              <a:rPr lang="en-US" sz="13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 date1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formatter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.parse(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thatDay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 date2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Date();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date2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.getTime() -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date1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.getTime();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(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1000l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365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day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(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%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365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hour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(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(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 %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minutes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(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(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 %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second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(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% </a:t>
            </a:r>
            <a:r>
              <a:rPr lang="en-US" sz="13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3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"Year "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3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"Day "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day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3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"Hour "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hour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3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"Minute "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minutes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3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"Second "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3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second</a:t>
            </a: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b0d6f0537_0_7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ADD OR SUBTRACT DATE</a:t>
            </a:r>
            <a:endParaRPr/>
          </a:p>
        </p:txBody>
      </p:sp>
      <p:sp>
        <p:nvSpPr>
          <p:cNvPr id="243" name="Google Shape;243;g33b0d6f0537_0_73"/>
          <p:cNvSpPr/>
          <p:nvPr/>
        </p:nvSpPr>
        <p:spPr>
          <a:xfrm>
            <a:off x="1513573" y="1853750"/>
            <a:ext cx="9816300" cy="424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throws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ParseException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       String thatDay="01/01/2021";</a:t>
            </a:r>
            <a:b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       SimpleDateFormat formatter=new SimpleDateFormat("dd/MM/yyyy");</a:t>
            </a:r>
            <a:b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       Date date= formatter.parse(thatDay);</a:t>
            </a:r>
            <a:b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       System.out.println(date);</a:t>
            </a:r>
            <a:b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 date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 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getInstance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.setTime(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//convert date to calendar</a:t>
            </a:r>
            <a:b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1" u="none" strike="noStrike" cap="none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//adding year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,-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//subtracting date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.add(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MONTH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//adding month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calendar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.getTime());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1985</Words>
  <Application>Microsoft Office PowerPoint</Application>
  <PresentationFormat>Widescreen</PresentationFormat>
  <Paragraphs>192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Gill Sans</vt:lpstr>
      <vt:lpstr>JetBrains Mono</vt:lpstr>
      <vt:lpstr>Noto Sans Symbols</vt:lpstr>
      <vt:lpstr>Gallery</vt:lpstr>
      <vt:lpstr>BASIC JAVA CLASS-4</vt:lpstr>
      <vt:lpstr>CONTENTS</vt:lpstr>
      <vt:lpstr>STRING METHODS</vt:lpstr>
      <vt:lpstr>STRING EXAMPLES</vt:lpstr>
      <vt:lpstr>SIMPLE STRING PROGRAM::WORD COUNT</vt:lpstr>
      <vt:lpstr>PowerPoint Presentation</vt:lpstr>
      <vt:lpstr>REVERSE A STRING</vt:lpstr>
      <vt:lpstr>REVERSE STRING USING QUERY BUILDER</vt:lpstr>
      <vt:lpstr>Palindrome</vt:lpstr>
      <vt:lpstr>Sort String in ascending order</vt:lpstr>
      <vt:lpstr>Find if the word is anagram or not</vt:lpstr>
      <vt:lpstr>GENERATE RANDOM PASSWORD</vt:lpstr>
      <vt:lpstr>Find how many vowels in string</vt:lpstr>
      <vt:lpstr>Find how many unique vowels in string</vt:lpstr>
      <vt:lpstr>Remove duplicate characters from String</vt:lpstr>
      <vt:lpstr>Find frequency of String</vt:lpstr>
      <vt:lpstr>SIMPLE STRING PROGRAM</vt:lpstr>
      <vt:lpstr>REGULAR EXPRESSION</vt:lpstr>
      <vt:lpstr>Get digits from String</vt:lpstr>
      <vt:lpstr>REGULAR EXPRESSION</vt:lpstr>
      <vt:lpstr>DATETIME</vt:lpstr>
      <vt:lpstr>DATETIME METHOD</vt:lpstr>
      <vt:lpstr>PARSING DATE TIME AND GET DATE DIFFERENCE</vt:lpstr>
      <vt:lpstr>ADD OR SUBTRACT DATE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Salman Srabon</dc:creator>
  <cp:lastModifiedBy>Shouvik Datta</cp:lastModifiedBy>
  <cp:revision>7</cp:revision>
  <dcterms:created xsi:type="dcterms:W3CDTF">2021-07-20T05:30:22Z</dcterms:created>
  <dcterms:modified xsi:type="dcterms:W3CDTF">2025-10-03T19:21:02Z</dcterms:modified>
</cp:coreProperties>
</file>