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0" r:id="rId5"/>
    <p:sldId id="259" r:id="rId6"/>
    <p:sldId id="271" r:id="rId7"/>
    <p:sldId id="260" r:id="rId8"/>
    <p:sldId id="261" r:id="rId9"/>
    <p:sldId id="262" r:id="rId10"/>
    <p:sldId id="263" r:id="rId11"/>
    <p:sldId id="272" r:id="rId12"/>
    <p:sldId id="27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yUUjHsm+4KZDEHYbwgiRm3srC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060148D3-F2C2-D37E-B025-BBE3B87E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>
            <a:extLst>
              <a:ext uri="{FF2B5EF4-FFF2-40B4-BE49-F238E27FC236}">
                <a16:creationId xmlns:a16="http://schemas.microsoft.com/office/drawing/2014/main" id="{27B32A08-0211-018E-40A8-48EA82221A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4ED88305-C98A-9249-4B53-2ED635EC26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132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3A6FDC82-4131-E60E-8EF7-C76D4F6D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>
            <a:extLst>
              <a:ext uri="{FF2B5EF4-FFF2-40B4-BE49-F238E27FC236}">
                <a16:creationId xmlns:a16="http://schemas.microsoft.com/office/drawing/2014/main" id="{31D6FB3D-2750-8F19-B09F-F8164A73EE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>
            <a:extLst>
              <a:ext uri="{FF2B5EF4-FFF2-40B4-BE49-F238E27FC236}">
                <a16:creationId xmlns:a16="http://schemas.microsoft.com/office/drawing/2014/main" id="{571BB542-B033-2CA9-4565-947E78DFA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7545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132063a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2132063a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32132063a2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858AD26F-DF03-51CC-5F9B-D97A8654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>
            <a:extLst>
              <a:ext uri="{FF2B5EF4-FFF2-40B4-BE49-F238E27FC236}">
                <a16:creationId xmlns:a16="http://schemas.microsoft.com/office/drawing/2014/main" id="{CCC47D64-416E-8A0C-548D-8EBF071CD2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6:notes">
            <a:extLst>
              <a:ext uri="{FF2B5EF4-FFF2-40B4-BE49-F238E27FC236}">
                <a16:creationId xmlns:a16="http://schemas.microsoft.com/office/drawing/2014/main" id="{FC0B1DEC-8BD0-1756-7C31-CCD7F6E1A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463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8F1FE91B-9ECE-4C92-678C-28A4E1747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>
            <a:extLst>
              <a:ext uri="{FF2B5EF4-FFF2-40B4-BE49-F238E27FC236}">
                <a16:creationId xmlns:a16="http://schemas.microsoft.com/office/drawing/2014/main" id="{32344BCC-78AD-134D-F4BC-CE99A8871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7:notes">
            <a:extLst>
              <a:ext uri="{FF2B5EF4-FFF2-40B4-BE49-F238E27FC236}">
                <a16:creationId xmlns:a16="http://schemas.microsoft.com/office/drawing/2014/main" id="{8CA1C892-DED8-E053-CA7F-6E7EE606A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46521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2ea82c4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2a2ea82c47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g2a2ea82c47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a2ea82c478_0_419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name="adj" fmla="val 0"/>
            </a:avLst>
          </a:prstGeom>
          <a:solidFill>
            <a:schemeClr val="lt1">
              <a:alpha val="1568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5;g2a2ea82c478_0_419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6" name="Google Shape;16;g2a2ea82c478_0_419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2a2ea82c478_0_419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2a2ea82c478_0_419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2a2ea82c478_0_419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g2a2ea82c478_0_419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21" name="Google Shape;21;g2a2ea82c478_0_419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" name="Google Shape;22;g2a2ea82c478_0_41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a2ea82c478_0_54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2a2ea82c478_0_54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2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g2a2ea82c478_0_540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g2a2ea82c478_0_540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00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g2a2ea82c478_0_540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09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" name="Google Shape;29;g2a2ea82c478_0_540"/>
          <p:cNvCxnSpPr/>
          <p:nvPr/>
        </p:nvCxnSpPr>
        <p:spPr>
          <a:xfrm>
            <a:off x="1453896" y="1847088"/>
            <a:ext cx="960750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a2ea82c478_0_53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g2a2ea82c478_0_429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34" name="Google Shape;34;g2a2ea82c478_0_429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2a2ea82c478_0_429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2a2ea82c478_0_42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2a2ea82c478_0_429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2a2ea82c478_0_429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2a2ea82c478_0_429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2a2ea82c478_0_429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a2ea82c478_0_429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a2ea82c478_0_42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a2ea82c478_0_429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2a2ea82c478_0_429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2a2ea82c478_0_429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2a2ea82c478_0_42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2a2ea82c478_0_429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2a2ea82c478_0_429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2a2ea82c478_0_429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2a2ea82c478_0_429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2a2ea82c478_0_429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g2a2ea82c478_0_429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2a2ea82c478_0_42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g2a2ea82c478_0_451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56" name="Google Shape;56;g2a2ea82c478_0_45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2a2ea82c478_0_45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g2a2ea82c478_0_451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9" name="Google Shape;59;g2a2ea82c478_0_451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g2a2ea82c478_0_45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g2a2ea82c478_0_458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63" name="Google Shape;63;g2a2ea82c478_0_45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2a2ea82c478_0_45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g2a2ea82c478_0_458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6" name="Google Shape;66;g2a2ea82c478_0_458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g2a2ea82c478_0_458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g2a2ea82c478_0_45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2a2ea82c478_0_466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71" name="Google Shape;71;g2a2ea82c478_0_46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g2a2ea82c478_0_46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g2a2ea82c478_0_46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74" name="Google Shape;74;g2a2ea82c478_0_46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g2a2ea82c478_0_472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77" name="Google Shape;77;g2a2ea82c478_0_47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2a2ea82c478_0_47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g2a2ea82c478_0_472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80" name="Google Shape;80;g2a2ea82c478_0_472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g2a2ea82c478_0_47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g2a2ea82c478_0_479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84" name="Google Shape;84;g2a2ea82c478_0_479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2a2ea82c478_0_479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2a2ea82c478_0_479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2a2ea82c478_0_479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2a2ea82c478_0_479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2a2ea82c478_0_479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2a2ea82c478_0_479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2a2ea82c478_0_479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2a2ea82c478_0_47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2a2ea82c478_0_479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2a2ea82c478_0_479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2a2ea82c478_0_479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2a2ea82c478_0_479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2a2ea82c478_0_479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2a2ea82c478_0_479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2a2ea82c478_0_479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2a2ea82c478_0_479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2a2ea82c478_0_479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g2a2ea82c478_0_479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a2ea82c478_0_47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g2a2ea82c478_0_501"/>
          <p:cNvGrpSpPr/>
          <p:nvPr/>
        </p:nvGrpSpPr>
        <p:grpSpPr>
          <a:xfrm>
            <a:off x="0" y="507989"/>
            <a:ext cx="1383765" cy="1355017"/>
            <a:chOff x="0" y="381001"/>
            <a:chExt cx="1037850" cy="1016288"/>
          </a:xfrm>
        </p:grpSpPr>
        <p:sp>
          <p:nvSpPr>
            <p:cNvPr id="106" name="Google Shape;106;g2a2ea82c478_0_50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2a2ea82c478_0_50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g2a2ea82c478_0_501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9" name="Google Shape;109;g2a2ea82c478_0_501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10" name="Google Shape;110;g2a2ea82c478_0_501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g2a2ea82c478_0_50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g2a2ea82c478_0_509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14" name="Google Shape;114;g2a2ea82c478_0_509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2a2ea82c478_0_509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g2a2ea82c478_0_509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>
            <a:endParaRPr/>
          </a:p>
        </p:txBody>
      </p:sp>
      <p:sp>
        <p:nvSpPr>
          <p:cNvPr id="117" name="Google Shape;117;g2a2ea82c478_0_50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2a2ea82c478_0_515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20" name="Google Shape;120;g2a2ea82c478_0_5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2a2ea82c478_0_5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2a2ea82c478_0_5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2a2ea82c478_0_5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2a2ea82c478_0_5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2a2ea82c478_0_5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2a2ea82c478_0_5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2a2ea82c478_0_5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2a2ea82c478_0_5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2a2ea82c478_0_5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g2a2ea82c478_0_5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g2a2ea82c478_0_5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g2a2ea82c478_0_5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g2a2ea82c478_0_5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g2a2ea82c478_0_5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2a2ea82c478_0_5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g2a2ea82c478_0_5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g2a2ea82c478_0_5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g2a2ea82c478_0_515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39" name="Google Shape;139;g2a2ea82c478_0_515"/>
          <p:cNvSpPr txBox="1">
            <a:spLocks noGrp="1"/>
          </p:cNvSpPr>
          <p:nvPr>
            <p:ph type="body" idx="1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g2a2ea82c478_0_5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a2ea82c478_0_4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" name="Google Shape;11;g2a2ea82c478_0_4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2" name="Google Shape;12;g2a2ea82c478_0_4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</a:pPr>
            <a:r>
              <a:rPr lang="en-US"/>
              <a:t>BASIC JAVA</a:t>
            </a:r>
            <a:br>
              <a:rPr lang="en-US"/>
            </a:br>
            <a:r>
              <a:rPr lang="en-US" sz="5000"/>
              <a:t>CLASS-5</a:t>
            </a:r>
            <a:endParaRPr/>
          </a:p>
        </p:txBody>
      </p:sp>
      <p:sp>
        <p:nvSpPr>
          <p:cNvPr id="146" name="Google Shape;146;p1"/>
          <p:cNvSpPr txBox="1">
            <a:spLocks noGrp="1"/>
          </p:cNvSpPr>
          <p:nvPr>
            <p:ph type="subTitle" idx="1"/>
          </p:nvPr>
        </p:nvSpPr>
        <p:spPr>
          <a:xfrm>
            <a:off x="1667375" y="3654575"/>
            <a:ext cx="9351300" cy="25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sz="2000"/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SALMAN RAHMAN</a:t>
            </a:r>
            <a:endParaRPr/>
          </a:p>
          <a:p>
            <a:pPr marL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ROAD TO SDET</a:t>
            </a:r>
            <a:endParaRPr/>
          </a:p>
        </p:txBody>
      </p:sp>
      <p:pic>
        <p:nvPicPr>
          <p:cNvPr id="147" name="Google Shape;14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476" y="85725"/>
            <a:ext cx="1250108" cy="12501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53" name="Google Shape;153;p2"/>
          <p:cNvSpPr txBox="1">
            <a:spLocks noGrp="1"/>
          </p:cNvSpPr>
          <p:nvPr>
            <p:ph type="body" idx="1"/>
          </p:nvPr>
        </p:nvSpPr>
        <p:spPr>
          <a:xfrm>
            <a:off x="1451580" y="2015732"/>
            <a:ext cx="2644560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File read and write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JSON data write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JSON Read data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JSON List write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JSON Read from List data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JSON Update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JSON List update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JSON Delete from list</a:t>
            </a:r>
            <a:endParaRPr/>
          </a:p>
          <a:p>
            <a:pPr marL="228600" lvl="0" indent="-1333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endParaRPr sz="1500"/>
          </a:p>
          <a:p>
            <a:pPr marL="228600" lvl="0" indent="-13335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1500"/>
              <a:buNone/>
            </a:pP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dirty="0"/>
              <a:t>JSON Architecture</a:t>
            </a:r>
            <a:endParaRPr dirty="0"/>
          </a:p>
        </p:txBody>
      </p:sp>
      <p:sp>
        <p:nvSpPr>
          <p:cNvPr id="159" name="Google Shape;159;p3"/>
          <p:cNvSpPr txBox="1">
            <a:spLocks noGrp="1"/>
          </p:cNvSpPr>
          <p:nvPr>
            <p:ph type="body" idx="1"/>
          </p:nvPr>
        </p:nvSpPr>
        <p:spPr>
          <a:xfrm>
            <a:off x="0" y="1971040"/>
            <a:ext cx="10815484" cy="1403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None/>
            </a:pPr>
            <a:r>
              <a:rPr lang="en-US" dirty="0"/>
              <a:t>                                                                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0D965-2259-51A6-BDA2-A380C034A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971041"/>
            <a:ext cx="3210560" cy="22763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EE931D-39F3-2B04-998B-EC7E3177B6AB}"/>
              </a:ext>
            </a:extLst>
          </p:cNvPr>
          <p:cNvSpPr txBox="1"/>
          <p:nvPr/>
        </p:nvSpPr>
        <p:spPr>
          <a:xfrm>
            <a:off x="3419004" y="1971039"/>
            <a:ext cx="3571076" cy="227634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{    "name“ : "Shouvik",</a:t>
            </a:r>
          </a:p>
          <a:p>
            <a:r>
              <a:rPr lang="en-US" sz="1800" dirty="0"/>
              <a:t>      "age“  :  25,</a:t>
            </a:r>
          </a:p>
          <a:p>
            <a:r>
              <a:rPr lang="en-US" sz="1800" dirty="0"/>
              <a:t>      "address“   :    {</a:t>
            </a:r>
          </a:p>
          <a:p>
            <a:r>
              <a:rPr lang="en-US" sz="1800" dirty="0"/>
              <a:t>                       "city“  :  "Dhaka“ ,</a:t>
            </a:r>
          </a:p>
          <a:p>
            <a:r>
              <a:rPr lang="en-US" sz="1800" dirty="0"/>
              <a:t>                        "zip“  :  "1207“</a:t>
            </a:r>
          </a:p>
          <a:p>
            <a:r>
              <a:rPr lang="en-US" sz="1800" dirty="0"/>
              <a:t>                             }</a:t>
            </a:r>
          </a:p>
          <a:p>
            <a:r>
              <a:rPr lang="en-US" sz="1800" dirty="0"/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CA93B-A2B2-0B02-F576-A983CD762FEF}"/>
              </a:ext>
            </a:extLst>
          </p:cNvPr>
          <p:cNvSpPr txBox="1"/>
          <p:nvPr/>
        </p:nvSpPr>
        <p:spPr>
          <a:xfrm>
            <a:off x="162560" y="4572000"/>
            <a:ext cx="113284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highlight>
                  <a:srgbClr val="C0C0C0"/>
                </a:highlight>
              </a:rPr>
              <a:t>Array of JSON</a:t>
            </a:r>
          </a:p>
          <a:p>
            <a:endParaRPr lang="en-US" dirty="0"/>
          </a:p>
          <a:p>
            <a:r>
              <a:rPr lang="en-US" sz="3600" dirty="0">
                <a:highlight>
                  <a:srgbClr val="C0C0C0"/>
                </a:highlight>
              </a:rPr>
              <a:t>[ {} , {} , {} , {} ]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886F0186-B72A-8FD7-2670-ADC6CB011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>
            <a:extLst>
              <a:ext uri="{FF2B5EF4-FFF2-40B4-BE49-F238E27FC236}">
                <a16:creationId xmlns:a16="http://schemas.microsoft.com/office/drawing/2014/main" id="{F73ABD6B-B533-0295-2038-56AFED4E1B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JSON CONFIGURATION</a:t>
            </a:r>
            <a:endParaRPr/>
          </a:p>
        </p:txBody>
      </p:sp>
      <p:sp>
        <p:nvSpPr>
          <p:cNvPr id="159" name="Google Shape;159;p3">
            <a:extLst>
              <a:ext uri="{FF2B5EF4-FFF2-40B4-BE49-F238E27FC236}">
                <a16:creationId xmlns:a16="http://schemas.microsoft.com/office/drawing/2014/main" id="{FA43ABDA-C5A5-4576-F469-F2A590F06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51580" y="2153265"/>
            <a:ext cx="9363904" cy="13853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Create Gradle Project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Add dependency to build.gradle under dependency tag</a:t>
            </a:r>
            <a:endParaRPr/>
          </a:p>
          <a:p>
            <a:pPr marL="22860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None/>
            </a:pPr>
            <a:endParaRPr/>
          </a:p>
        </p:txBody>
      </p:sp>
      <p:sp>
        <p:nvSpPr>
          <p:cNvPr id="160" name="Google Shape;160;p3">
            <a:extLst>
              <a:ext uri="{FF2B5EF4-FFF2-40B4-BE49-F238E27FC236}">
                <a16:creationId xmlns:a16="http://schemas.microsoft.com/office/drawing/2014/main" id="{DEC9AC2A-5F14-4DC5-81C1-490E6443B39B}"/>
              </a:ext>
            </a:extLst>
          </p:cNvPr>
          <p:cNvSpPr/>
          <p:nvPr/>
        </p:nvSpPr>
        <p:spPr>
          <a:xfrm>
            <a:off x="1700975" y="3988346"/>
            <a:ext cx="8489400" cy="692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300"/>
              <a:buFont typeface="JetBrains Mono"/>
              <a:buNone/>
            </a:pP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https://mvnrepository.com/artifact/com.googlecode.json-simple/json-simple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300"/>
              <a:buFont typeface="JetBrains Mono"/>
              <a:buNone/>
            </a:pP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implementation group: '</a:t>
            </a:r>
            <a:r>
              <a:rPr lang="en-US" sz="13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com.googlecode.json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-simple', name: '</a:t>
            </a:r>
            <a:r>
              <a:rPr lang="en-US" sz="13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</a:t>
            </a:r>
            <a:r>
              <a:rPr lang="en-US" sz="13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-simple', version: '1.1.1'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512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FILE  WRITE</a:t>
            </a:r>
            <a:endParaRPr/>
          </a:p>
        </p:txBody>
      </p:sp>
      <p:sp>
        <p:nvSpPr>
          <p:cNvPr id="166" name="Google Shape;166;p4"/>
          <p:cNvSpPr txBox="1">
            <a:spLocks noGrp="1"/>
          </p:cNvSpPr>
          <p:nvPr>
            <p:ph type="body" idx="1"/>
          </p:nvPr>
        </p:nvSpPr>
        <p:spPr>
          <a:xfrm>
            <a:off x="1370295" y="2135395"/>
            <a:ext cx="9603300" cy="39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US" sz="2400" dirty="0">
                <a:solidFill>
                  <a:schemeClr val="accent2"/>
                </a:solidFill>
              </a:rPr>
              <a:t>// Create a file Named “test.txt” in  resources folder.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lang="en-US"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US" sz="2400" dirty="0"/>
              <a:t>public static void </a:t>
            </a:r>
            <a:r>
              <a:rPr lang="en-US" sz="2400" dirty="0" err="1"/>
              <a:t>writeFile</a:t>
            </a:r>
            <a:r>
              <a:rPr lang="en-US" sz="2400" dirty="0"/>
              <a:t>() throws </a:t>
            </a:r>
            <a:r>
              <a:rPr lang="en-US" sz="2400" dirty="0" err="1"/>
              <a:t>IOException</a:t>
            </a:r>
            <a:r>
              <a:rPr lang="en-US" sz="2400" dirty="0"/>
              <a:t> {</a:t>
            </a:r>
            <a:endParaRPr sz="2400" dirty="0"/>
          </a:p>
          <a:p>
            <a:pPr marL="114300" indent="0">
              <a:buNone/>
            </a:pPr>
            <a:r>
              <a:rPr lang="en-US" sz="2400" dirty="0"/>
              <a:t> </a:t>
            </a:r>
            <a:r>
              <a:rPr lang="en-US" sz="2400" dirty="0" err="1"/>
              <a:t>FileWriter</a:t>
            </a:r>
            <a:r>
              <a:rPr lang="en-US" sz="2400" dirty="0"/>
              <a:t> </a:t>
            </a:r>
            <a:r>
              <a:rPr lang="en-US" sz="2400" dirty="0" err="1"/>
              <a:t>fw</a:t>
            </a:r>
            <a:r>
              <a:rPr lang="en-US" sz="2400" dirty="0"/>
              <a:t> = new </a:t>
            </a:r>
            <a:r>
              <a:rPr lang="en-US" sz="2400" dirty="0" err="1"/>
              <a:t>FileWriter</a:t>
            </a:r>
            <a:r>
              <a:rPr lang="en-US" sz="2400" dirty="0"/>
              <a:t>("./</a:t>
            </a:r>
            <a:r>
              <a:rPr lang="en-US" sz="2400" dirty="0" err="1"/>
              <a:t>src</a:t>
            </a:r>
            <a:r>
              <a:rPr lang="en-US" sz="2400" dirty="0"/>
              <a:t>/main/resources/test.txt");</a:t>
            </a:r>
            <a:br>
              <a:rPr lang="en-US" sz="2400" dirty="0"/>
            </a:br>
            <a:r>
              <a:rPr lang="en-US" sz="2400" dirty="0" err="1"/>
              <a:t>fw.write</a:t>
            </a:r>
            <a:r>
              <a:rPr lang="en-US" sz="2400" dirty="0"/>
              <a:t>("Hello World");</a:t>
            </a:r>
            <a:br>
              <a:rPr lang="en-US" sz="2400" dirty="0"/>
            </a:br>
            <a:r>
              <a:rPr lang="en-US" sz="2400" dirty="0" err="1"/>
              <a:t>fw.close</a:t>
            </a:r>
            <a:r>
              <a:rPr lang="en-US" sz="2400" dirty="0"/>
              <a:t>();</a:t>
            </a: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lang="en-US" sz="2400" dirty="0"/>
              <a:t>}</a:t>
            </a: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lang="en-US" sz="2400" dirty="0">
                <a:solidFill>
                  <a:schemeClr val="accent2"/>
                </a:solidFill>
              </a:rPr>
              <a:t>// Now change the write text and see how it overrides previous one.</a:t>
            </a:r>
            <a:endParaRPr sz="2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AA22D4CA-2975-70A8-5E5A-B3B4DA40F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>
            <a:extLst>
              <a:ext uri="{FF2B5EF4-FFF2-40B4-BE49-F238E27FC236}">
                <a16:creationId xmlns:a16="http://schemas.microsoft.com/office/drawing/2014/main" id="{E804C5CD-066A-DB79-3807-8D4FB035D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dirty="0"/>
              <a:t>FILE  WRITE [ Skipping </a:t>
            </a:r>
            <a:r>
              <a:rPr lang="en-US" dirty="0" err="1"/>
              <a:t>overiding</a:t>
            </a:r>
            <a:r>
              <a:rPr lang="en-US" dirty="0"/>
              <a:t>]</a:t>
            </a:r>
            <a:endParaRPr dirty="0"/>
          </a:p>
        </p:txBody>
      </p:sp>
      <p:sp>
        <p:nvSpPr>
          <p:cNvPr id="166" name="Google Shape;166;p4">
            <a:extLst>
              <a:ext uri="{FF2B5EF4-FFF2-40B4-BE49-F238E27FC236}">
                <a16:creationId xmlns:a16="http://schemas.microsoft.com/office/drawing/2014/main" id="{97BE8132-8E04-39E3-D7C8-039DA7DF2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015724"/>
            <a:ext cx="10597675" cy="39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-US" sz="2800" dirty="0">
                <a:solidFill>
                  <a:schemeClr val="accent2"/>
                </a:solidFill>
              </a:rPr>
              <a:t>// Just add a true in the </a:t>
            </a:r>
            <a:r>
              <a:rPr lang="en-US" sz="2800" dirty="0" err="1">
                <a:solidFill>
                  <a:schemeClr val="accent2"/>
                </a:solidFill>
              </a:rPr>
              <a:t>FileWriter</a:t>
            </a:r>
            <a:r>
              <a:rPr lang="en-US" sz="2800" dirty="0">
                <a:solidFill>
                  <a:schemeClr val="accent2"/>
                </a:solidFill>
              </a:rPr>
              <a:t> constructor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lang="en-US" sz="2800" dirty="0"/>
          </a:p>
          <a:p>
            <a:pPr marL="0" indent="0">
              <a:spcBef>
                <a:spcPts val="0"/>
              </a:spcBef>
              <a:buSzPct val="117647"/>
              <a:buNone/>
            </a:pPr>
            <a:r>
              <a:rPr lang="en-US" sz="2800" dirty="0" err="1"/>
              <a:t>FileWriter</a:t>
            </a:r>
            <a:r>
              <a:rPr lang="en-US" sz="2800" dirty="0"/>
              <a:t> </a:t>
            </a:r>
            <a:r>
              <a:rPr lang="en-US" sz="2800" dirty="0" err="1"/>
              <a:t>fw</a:t>
            </a:r>
            <a:r>
              <a:rPr lang="en-US" sz="2800" dirty="0"/>
              <a:t> = new </a:t>
            </a:r>
            <a:r>
              <a:rPr lang="en-US" sz="2800" dirty="0" err="1"/>
              <a:t>FileWriter</a:t>
            </a:r>
            <a:r>
              <a:rPr lang="en-US" sz="2800" dirty="0"/>
              <a:t>("./</a:t>
            </a:r>
            <a:r>
              <a:rPr lang="en-US" sz="2800" dirty="0" err="1"/>
              <a:t>src</a:t>
            </a:r>
            <a:r>
              <a:rPr lang="en-US" sz="2800" dirty="0"/>
              <a:t>/main/resources/test.txt” </a:t>
            </a:r>
          </a:p>
          <a:p>
            <a:pPr marL="0" indent="0">
              <a:spcBef>
                <a:spcPts val="0"/>
              </a:spcBef>
              <a:buSzPct val="117647"/>
              <a:buNone/>
            </a:pPr>
            <a:r>
              <a:rPr lang="en-US" sz="2800" dirty="0">
                <a:solidFill>
                  <a:schemeClr val="accent2"/>
                </a:solidFill>
              </a:rPr>
              <a:t>  , true  </a:t>
            </a:r>
            <a:r>
              <a:rPr lang="en-US" sz="2800" dirty="0"/>
              <a:t>);</a:t>
            </a:r>
            <a:br>
              <a:rPr lang="en-US" sz="2800" dirty="0"/>
            </a:br>
            <a:r>
              <a:rPr lang="en-US" sz="2800" dirty="0" err="1"/>
              <a:t>fw.write</a:t>
            </a:r>
            <a:r>
              <a:rPr lang="en-US" sz="2800" dirty="0"/>
              <a:t>("</a:t>
            </a:r>
            <a:r>
              <a:rPr lang="en-US" sz="2800" dirty="0">
                <a:solidFill>
                  <a:schemeClr val="accent2"/>
                </a:solidFill>
              </a:rPr>
              <a:t>\</a:t>
            </a:r>
            <a:r>
              <a:rPr lang="en-US" sz="2800" dirty="0" err="1">
                <a:solidFill>
                  <a:schemeClr val="accent2"/>
                </a:solidFill>
              </a:rPr>
              <a:t>n</a:t>
            </a:r>
            <a:r>
              <a:rPr lang="en-US" sz="2800" dirty="0" err="1"/>
              <a:t>Hello</a:t>
            </a:r>
            <a:r>
              <a:rPr lang="en-US" sz="2800" dirty="0"/>
              <a:t> World");</a:t>
            </a:r>
            <a:br>
              <a:rPr lang="en-US" sz="2800" dirty="0"/>
            </a:br>
            <a:r>
              <a:rPr lang="en-US" sz="2800" dirty="0" err="1"/>
              <a:t>fw.close</a:t>
            </a:r>
            <a:r>
              <a:rPr lang="en-US" sz="2800" dirty="0"/>
              <a:t>();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51106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FILE READ</a:t>
            </a:r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441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public static void </a:t>
            </a:r>
            <a:r>
              <a:rPr lang="en-US" dirty="0" err="1"/>
              <a:t>readFile</a:t>
            </a:r>
            <a:r>
              <a:rPr lang="en-US" dirty="0"/>
              <a:t>() throws </a:t>
            </a:r>
            <a:r>
              <a:rPr lang="en-US" dirty="0" err="1"/>
              <a:t>IOException</a:t>
            </a:r>
            <a:r>
              <a:rPr lang="en-US" dirty="0"/>
              <a:t> {</a:t>
            </a:r>
            <a:endParaRPr dirty="0"/>
          </a:p>
          <a:p>
            <a:pPr marL="114300" indent="0">
              <a:buNone/>
            </a:pPr>
            <a:r>
              <a:rPr lang="en-US" dirty="0" err="1"/>
              <a:t>FileReader</a:t>
            </a:r>
            <a:r>
              <a:rPr lang="en-US" dirty="0"/>
              <a:t> </a:t>
            </a:r>
            <a:r>
              <a:rPr lang="en-US" dirty="0" err="1"/>
              <a:t>fr</a:t>
            </a:r>
            <a:r>
              <a:rPr lang="en-US" dirty="0"/>
              <a:t> = new </a:t>
            </a:r>
            <a:r>
              <a:rPr lang="en-US" dirty="0" err="1"/>
              <a:t>FileReader</a:t>
            </a:r>
            <a:r>
              <a:rPr lang="en-US" dirty="0"/>
              <a:t>("./</a:t>
            </a:r>
            <a:r>
              <a:rPr lang="en-US" dirty="0" err="1"/>
              <a:t>src</a:t>
            </a:r>
            <a:r>
              <a:rPr lang="en-US" dirty="0"/>
              <a:t>/main/resources/test.txt");</a:t>
            </a:r>
            <a:br>
              <a:rPr lang="en-US" dirty="0"/>
            </a:br>
            <a:r>
              <a:rPr lang="en-US" dirty="0"/>
              <a:t>// Returns ASCII value of first character</a:t>
            </a:r>
            <a:br>
              <a:rPr lang="en-US" dirty="0"/>
            </a:br>
            <a:r>
              <a:rPr lang="en-US" dirty="0"/>
              <a:t>// </a:t>
            </a:r>
            <a:r>
              <a:rPr lang="en-US" dirty="0" err="1"/>
              <a:t>System.out.println</a:t>
            </a:r>
            <a:r>
              <a:rPr lang="en-US" dirty="0"/>
              <a:t>( </a:t>
            </a:r>
            <a:r>
              <a:rPr lang="en-US" dirty="0" err="1"/>
              <a:t>fr.read</a:t>
            </a:r>
            <a:r>
              <a:rPr lang="en-US" dirty="0"/>
              <a:t>() 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 characters ;</a:t>
            </a:r>
            <a:br>
              <a:rPr lang="en-US" dirty="0"/>
            </a:br>
            <a:r>
              <a:rPr lang="en-US" dirty="0"/>
              <a:t>while( ( characters =  </a:t>
            </a:r>
            <a:r>
              <a:rPr lang="en-US" dirty="0" err="1"/>
              <a:t>fr.read</a:t>
            </a:r>
            <a:r>
              <a:rPr lang="en-US" dirty="0"/>
              <a:t>() ) != -1 )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</a:t>
            </a:r>
            <a:r>
              <a:rPr lang="en-US" dirty="0"/>
              <a:t>(  (char) characters  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endParaRPr lang="en-US"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1600"/>
              </a:spcAft>
              <a:buSzPts val="2000"/>
              <a:buNone/>
            </a:pPr>
            <a:r>
              <a:rPr lang="en-US" dirty="0"/>
              <a:t>    }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132063a24_0_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File Read alternative option</a:t>
            </a:r>
            <a:endParaRPr/>
          </a:p>
        </p:txBody>
      </p:sp>
      <p:sp>
        <p:nvSpPr>
          <p:cNvPr id="179" name="Google Shape;179;g32132063a24_0_0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300" cy="3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throws </a:t>
            </a:r>
            <a:r>
              <a:rPr lang="en-US" dirty="0" err="1"/>
              <a:t>IOException</a:t>
            </a:r>
            <a:r>
              <a:rPr lang="en-US" dirty="0"/>
              <a:t> {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r>
              <a:rPr lang="en-US" dirty="0"/>
              <a:t>   Path </a:t>
            </a:r>
            <a:r>
              <a:rPr lang="en-US" dirty="0" err="1"/>
              <a:t>filePath</a:t>
            </a:r>
            <a:r>
              <a:rPr lang="en-US" dirty="0"/>
              <a:t> = </a:t>
            </a:r>
            <a:r>
              <a:rPr lang="en-US" dirty="0" err="1"/>
              <a:t>Paths.get</a:t>
            </a:r>
            <a:r>
              <a:rPr lang="en-US" dirty="0"/>
              <a:t>("./</a:t>
            </a:r>
            <a:r>
              <a:rPr lang="en-US" dirty="0" err="1"/>
              <a:t>src</a:t>
            </a:r>
            <a:r>
              <a:rPr lang="en-US" dirty="0"/>
              <a:t>/main/resources/test.txt");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r>
              <a:rPr lang="en-US" dirty="0"/>
              <a:t>   try {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r>
              <a:rPr lang="en-US" dirty="0"/>
              <a:t>       String content = </a:t>
            </a:r>
            <a:r>
              <a:rPr lang="en-US" dirty="0" err="1"/>
              <a:t>Files.readString</a:t>
            </a:r>
            <a:r>
              <a:rPr lang="en-US" dirty="0"/>
              <a:t>(</a:t>
            </a:r>
            <a:r>
              <a:rPr lang="en-US" dirty="0" err="1"/>
              <a:t>filePath</a:t>
            </a:r>
            <a:r>
              <a:rPr lang="en-US" dirty="0"/>
              <a:t>); // Java 11+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r>
              <a:rPr lang="en-US" dirty="0"/>
              <a:t>       </a:t>
            </a:r>
            <a:r>
              <a:rPr lang="en-US" dirty="0" err="1"/>
              <a:t>System.out.println</a:t>
            </a:r>
            <a:r>
              <a:rPr lang="en-US" dirty="0"/>
              <a:t>(content);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r>
              <a:rPr lang="en-US" dirty="0"/>
              <a:t>   } catch (</a:t>
            </a:r>
            <a:r>
              <a:rPr lang="en-US" dirty="0" err="1"/>
              <a:t>IOException</a:t>
            </a:r>
            <a:r>
              <a:rPr lang="en-US" dirty="0"/>
              <a:t> e) {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r>
              <a:rPr lang="en-US" dirty="0"/>
              <a:t>       </a:t>
            </a:r>
            <a:r>
              <a:rPr lang="en-US" dirty="0" err="1"/>
              <a:t>e.printStackTrace</a:t>
            </a:r>
            <a:r>
              <a:rPr lang="en-US" dirty="0"/>
              <a:t>();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r>
              <a:rPr lang="en-US" dirty="0"/>
              <a:t>   }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r>
              <a:rPr lang="en-US" dirty="0"/>
              <a:t>}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5126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>
            <a:spLocks noGrp="1"/>
          </p:cNvSpPr>
          <p:nvPr>
            <p:ph type="title"/>
          </p:nvPr>
        </p:nvSpPr>
        <p:spPr>
          <a:xfrm>
            <a:off x="1625704" y="241944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dirty="0"/>
              <a:t>JSON WRITE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42AE39-A3D2-04AC-F307-EB1F6163C2D5}"/>
              </a:ext>
            </a:extLst>
          </p:cNvPr>
          <p:cNvSpPr txBox="1"/>
          <p:nvPr/>
        </p:nvSpPr>
        <p:spPr>
          <a:xfrm>
            <a:off x="8087360" y="2346960"/>
            <a:ext cx="3362960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Create an “</a:t>
            </a:r>
            <a:r>
              <a:rPr lang="en-US" sz="2000" dirty="0" err="1"/>
              <a:t>employee.json</a:t>
            </a:r>
            <a:r>
              <a:rPr lang="en-US" sz="2000" dirty="0"/>
              <a:t>” file in the </a:t>
            </a:r>
          </a:p>
          <a:p>
            <a:r>
              <a:rPr lang="en-US" sz="2000" dirty="0"/>
              <a:t>resources folder.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3FC89-1E15-5DFB-5664-BD630EB5502C}"/>
              </a:ext>
            </a:extLst>
          </p:cNvPr>
          <p:cNvSpPr txBox="1"/>
          <p:nvPr/>
        </p:nvSpPr>
        <p:spPr>
          <a:xfrm>
            <a:off x="538480" y="2001520"/>
            <a:ext cx="73152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>
              <a:solidFill>
                <a:schemeClr val="bg2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    public static void main(String[] </a:t>
            </a:r>
            <a:r>
              <a:rPr lang="en-US" sz="1800" dirty="0" err="1">
                <a:solidFill>
                  <a:schemeClr val="bg2"/>
                </a:solidFill>
              </a:rPr>
              <a:t>args</a:t>
            </a:r>
            <a:r>
              <a:rPr lang="en-US" sz="1800" dirty="0">
                <a:solidFill>
                  <a:schemeClr val="bg2"/>
                </a:solidFill>
              </a:rPr>
              <a:t>) throws </a:t>
            </a:r>
            <a:r>
              <a:rPr lang="en-US" sz="1800" dirty="0" err="1">
                <a:solidFill>
                  <a:schemeClr val="bg2"/>
                </a:solidFill>
              </a:rPr>
              <a:t>IOException</a:t>
            </a:r>
            <a:r>
              <a:rPr lang="en-US" sz="1800" dirty="0">
                <a:solidFill>
                  <a:schemeClr val="bg2"/>
                </a:solidFill>
              </a:rPr>
              <a:t> {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</a:t>
            </a:r>
            <a:r>
              <a:rPr lang="en-US" sz="1800" dirty="0" err="1">
                <a:solidFill>
                  <a:schemeClr val="bg2"/>
                </a:solidFill>
              </a:rPr>
              <a:t>JSONObject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jsonObject</a:t>
            </a:r>
            <a:r>
              <a:rPr lang="en-US" sz="1800" dirty="0">
                <a:solidFill>
                  <a:schemeClr val="bg2"/>
                </a:solidFill>
              </a:rPr>
              <a:t> = new </a:t>
            </a:r>
            <a:r>
              <a:rPr lang="en-US" sz="1800" dirty="0" err="1">
                <a:solidFill>
                  <a:schemeClr val="bg2"/>
                </a:solidFill>
              </a:rPr>
              <a:t>JSONObject</a:t>
            </a:r>
            <a:r>
              <a:rPr lang="en-US" sz="1800" dirty="0">
                <a:solidFill>
                  <a:schemeClr val="bg2"/>
                </a:solidFill>
              </a:rPr>
              <a:t>();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</a:t>
            </a:r>
            <a:r>
              <a:rPr lang="en-US" sz="1800" dirty="0" err="1">
                <a:solidFill>
                  <a:schemeClr val="bg2"/>
                </a:solidFill>
              </a:rPr>
              <a:t>jsonObject.put</a:t>
            </a:r>
            <a:r>
              <a:rPr lang="en-US" sz="1800" dirty="0">
                <a:solidFill>
                  <a:schemeClr val="bg2"/>
                </a:solidFill>
              </a:rPr>
              <a:t>( "id" , 1 );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</a:t>
            </a:r>
            <a:r>
              <a:rPr lang="en-US" sz="1800" dirty="0" err="1">
                <a:solidFill>
                  <a:schemeClr val="bg2"/>
                </a:solidFill>
              </a:rPr>
              <a:t>jsonObject.put</a:t>
            </a:r>
            <a:r>
              <a:rPr lang="en-US" sz="1800" dirty="0">
                <a:solidFill>
                  <a:schemeClr val="bg2"/>
                </a:solidFill>
              </a:rPr>
              <a:t>( "name", "Rock" );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</a:t>
            </a:r>
            <a:r>
              <a:rPr lang="en-US" sz="1800" dirty="0" err="1">
                <a:solidFill>
                  <a:schemeClr val="bg2"/>
                </a:solidFill>
              </a:rPr>
              <a:t>jsonObject.put</a:t>
            </a:r>
            <a:r>
              <a:rPr lang="en-US" sz="1800" dirty="0">
                <a:solidFill>
                  <a:schemeClr val="bg2"/>
                </a:solidFill>
              </a:rPr>
              <a:t>( "designation" , "SDET" );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        </a:t>
            </a:r>
            <a:r>
              <a:rPr lang="en-US" sz="1800" dirty="0" err="1">
                <a:solidFill>
                  <a:schemeClr val="bg2"/>
                </a:solidFill>
              </a:rPr>
              <a:t>System.out.println</a:t>
            </a:r>
            <a:r>
              <a:rPr lang="en-US" sz="1800" dirty="0">
                <a:solidFill>
                  <a:schemeClr val="bg2"/>
                </a:solidFill>
              </a:rPr>
              <a:t>(</a:t>
            </a:r>
            <a:r>
              <a:rPr lang="en-US" sz="1800" dirty="0" err="1">
                <a:solidFill>
                  <a:schemeClr val="bg2"/>
                </a:solidFill>
              </a:rPr>
              <a:t>jsonObject</a:t>
            </a:r>
            <a:r>
              <a:rPr lang="en-US" sz="1800" dirty="0">
                <a:solidFill>
                  <a:schemeClr val="bg2"/>
                </a:solidFill>
              </a:rPr>
              <a:t>);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        </a:t>
            </a:r>
            <a:r>
              <a:rPr lang="en-US" sz="1800" dirty="0" err="1">
                <a:solidFill>
                  <a:schemeClr val="bg2"/>
                </a:solidFill>
              </a:rPr>
              <a:t>FileWriter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fw</a:t>
            </a:r>
            <a:r>
              <a:rPr lang="en-US" sz="1800" dirty="0">
                <a:solidFill>
                  <a:schemeClr val="bg2"/>
                </a:solidFill>
              </a:rPr>
              <a:t> = new      </a:t>
            </a:r>
            <a:r>
              <a:rPr lang="en-US" sz="1800" dirty="0" err="1">
                <a:solidFill>
                  <a:schemeClr val="bg2"/>
                </a:solidFill>
              </a:rPr>
              <a:t>FileWriter</a:t>
            </a:r>
            <a:r>
              <a:rPr lang="en-US" sz="1800" dirty="0">
                <a:solidFill>
                  <a:schemeClr val="bg2"/>
                </a:solidFill>
              </a:rPr>
              <a:t>("./</a:t>
            </a:r>
            <a:r>
              <a:rPr lang="en-US" sz="1800" dirty="0" err="1">
                <a:solidFill>
                  <a:schemeClr val="bg2"/>
                </a:solidFill>
              </a:rPr>
              <a:t>src</a:t>
            </a:r>
            <a:r>
              <a:rPr lang="en-US" sz="1800" dirty="0">
                <a:solidFill>
                  <a:schemeClr val="bg2"/>
                </a:solidFill>
              </a:rPr>
              <a:t>/main/resources/</a:t>
            </a:r>
            <a:r>
              <a:rPr lang="en-US" sz="1600" dirty="0" err="1">
                <a:solidFill>
                  <a:schemeClr val="bg1"/>
                </a:solidFill>
              </a:rPr>
              <a:t>employee.json</a:t>
            </a:r>
            <a:r>
              <a:rPr lang="en-US" sz="1800" dirty="0">
                <a:solidFill>
                  <a:schemeClr val="bg2"/>
                </a:solidFill>
              </a:rPr>
              <a:t>");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</a:t>
            </a:r>
            <a:r>
              <a:rPr lang="en-US" sz="1800" dirty="0" err="1">
                <a:solidFill>
                  <a:schemeClr val="bg2"/>
                </a:solidFill>
              </a:rPr>
              <a:t>fw.write</a:t>
            </a:r>
            <a:r>
              <a:rPr lang="en-US" sz="1800" dirty="0">
                <a:solidFill>
                  <a:schemeClr val="bg2"/>
                </a:solidFill>
              </a:rPr>
              <a:t>( </a:t>
            </a:r>
            <a:r>
              <a:rPr lang="en-US" sz="1800" dirty="0" err="1">
                <a:solidFill>
                  <a:schemeClr val="bg2"/>
                </a:solidFill>
              </a:rPr>
              <a:t>jsonObject.toJSONString</a:t>
            </a:r>
            <a:r>
              <a:rPr lang="en-US" sz="1800" dirty="0">
                <a:solidFill>
                  <a:schemeClr val="bg2"/>
                </a:solidFill>
              </a:rPr>
              <a:t>()  );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</a:t>
            </a:r>
            <a:r>
              <a:rPr lang="en-US" sz="1800" dirty="0" err="1">
                <a:solidFill>
                  <a:schemeClr val="bg2"/>
                </a:solidFill>
              </a:rPr>
              <a:t>fw.flush</a:t>
            </a:r>
            <a:r>
              <a:rPr lang="en-US" sz="1800" dirty="0">
                <a:solidFill>
                  <a:schemeClr val="bg2"/>
                </a:solidFill>
              </a:rPr>
              <a:t>();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    </a:t>
            </a:r>
            <a:r>
              <a:rPr lang="en-US" sz="1800" dirty="0" err="1">
                <a:solidFill>
                  <a:schemeClr val="bg2"/>
                </a:solidFill>
              </a:rPr>
              <a:t>fw.close</a:t>
            </a:r>
            <a:r>
              <a:rPr lang="en-US" sz="1800" dirty="0">
                <a:solidFill>
                  <a:schemeClr val="bg2"/>
                </a:solidFill>
              </a:rPr>
              <a:t>();</a:t>
            </a:r>
          </a:p>
          <a:p>
            <a:r>
              <a:rPr lang="en-US" sz="1800" dirty="0">
                <a:solidFill>
                  <a:schemeClr val="bg2"/>
                </a:solidFill>
              </a:rPr>
              <a:t>    }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EA140-8C46-15FC-63C6-BCC1AF1A49E0}"/>
              </a:ext>
            </a:extLst>
          </p:cNvPr>
          <p:cNvSpPr txBox="1"/>
          <p:nvPr/>
        </p:nvSpPr>
        <p:spPr>
          <a:xfrm>
            <a:off x="8219440" y="3870959"/>
            <a:ext cx="336296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dirty="0"/>
              <a:t>Ctrl + alt + L</a:t>
            </a:r>
          </a:p>
          <a:p>
            <a:r>
              <a:rPr lang="en-US" sz="2000" dirty="0"/>
              <a:t>To Beautify the format of </a:t>
            </a:r>
            <a:r>
              <a:rPr lang="en-US" sz="2000" dirty="0" err="1"/>
              <a:t>json</a:t>
            </a:r>
            <a:r>
              <a:rPr lang="en-US" sz="2000" dirty="0"/>
              <a:t>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JSON READ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6B30F-9488-3455-8476-CC68B100AB2D}"/>
              </a:ext>
            </a:extLst>
          </p:cNvPr>
          <p:cNvSpPr txBox="1"/>
          <p:nvPr/>
        </p:nvSpPr>
        <p:spPr>
          <a:xfrm>
            <a:off x="1259840" y="2123440"/>
            <a:ext cx="108000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public static void </a:t>
            </a:r>
            <a:r>
              <a:rPr lang="en-US" sz="2400" dirty="0" err="1">
                <a:solidFill>
                  <a:schemeClr val="bg1"/>
                </a:solidFill>
              </a:rPr>
              <a:t>jsonRead</a:t>
            </a:r>
            <a:r>
              <a:rPr lang="en-US" sz="2400" dirty="0">
                <a:solidFill>
                  <a:schemeClr val="bg1"/>
                </a:solidFill>
              </a:rPr>
              <a:t>() throws </a:t>
            </a:r>
            <a:r>
              <a:rPr lang="en-US" sz="2400" dirty="0" err="1">
                <a:solidFill>
                  <a:schemeClr val="bg1"/>
                </a:solidFill>
              </a:rPr>
              <a:t>IOException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ParseException</a:t>
            </a:r>
            <a:r>
              <a:rPr lang="en-US" sz="2400" dirty="0">
                <a:solidFill>
                  <a:schemeClr val="bg1"/>
                </a:solidFill>
              </a:rPr>
              <a:t> {</a:t>
            </a:r>
          </a:p>
          <a:p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err="1">
                <a:solidFill>
                  <a:schemeClr val="bg1"/>
                </a:solidFill>
              </a:rPr>
              <a:t>JSONParser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jsonParser</a:t>
            </a:r>
            <a:r>
              <a:rPr lang="en-US" sz="2400" dirty="0">
                <a:solidFill>
                  <a:schemeClr val="bg1"/>
                </a:solidFill>
              </a:rPr>
              <a:t> = new </a:t>
            </a:r>
            <a:r>
              <a:rPr lang="en-US" sz="2400" dirty="0" err="1">
                <a:solidFill>
                  <a:schemeClr val="bg1"/>
                </a:solidFill>
              </a:rPr>
              <a:t>JSONParser</a:t>
            </a:r>
            <a:r>
              <a:rPr lang="en-US" sz="2400" dirty="0">
                <a:solidFill>
                  <a:schemeClr val="bg1"/>
                </a:solidFill>
              </a:rPr>
              <a:t>();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err="1">
                <a:solidFill>
                  <a:schemeClr val="bg1"/>
                </a:solidFill>
              </a:rPr>
              <a:t>JSONObject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jsonObject</a:t>
            </a:r>
            <a:r>
              <a:rPr lang="en-US" sz="2400" dirty="0">
                <a:solidFill>
                  <a:schemeClr val="bg1"/>
                </a:solidFill>
              </a:rPr>
              <a:t> = (</a:t>
            </a:r>
            <a:r>
              <a:rPr lang="en-US" sz="2400" dirty="0" err="1">
                <a:solidFill>
                  <a:schemeClr val="bg1"/>
                </a:solidFill>
              </a:rPr>
              <a:t>JSONObject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 err="1">
                <a:solidFill>
                  <a:schemeClr val="bg1"/>
                </a:solidFill>
              </a:rPr>
              <a:t>jsonParser.parse</a:t>
            </a:r>
            <a:r>
              <a:rPr lang="en-US" sz="2400" dirty="0">
                <a:solidFill>
                  <a:schemeClr val="bg1"/>
                </a:solidFill>
              </a:rPr>
              <a:t>( new </a:t>
            </a:r>
            <a:r>
              <a:rPr lang="en-US" sz="2400" dirty="0" err="1">
                <a:solidFill>
                  <a:schemeClr val="bg1"/>
                </a:solidFill>
              </a:rPr>
              <a:t>FileReader</a:t>
            </a:r>
            <a:r>
              <a:rPr lang="en-US" sz="2400" dirty="0">
                <a:solidFill>
                  <a:schemeClr val="bg1"/>
                </a:solidFill>
              </a:rPr>
              <a:t>("./</a:t>
            </a:r>
            <a:r>
              <a:rPr lang="en-US" sz="2400" dirty="0" err="1">
                <a:solidFill>
                  <a:schemeClr val="bg1"/>
                </a:solidFill>
              </a:rPr>
              <a:t>src</a:t>
            </a:r>
            <a:r>
              <a:rPr lang="en-US" sz="2400" dirty="0">
                <a:solidFill>
                  <a:schemeClr val="bg1"/>
                </a:solidFill>
              </a:rPr>
              <a:t>/main/resources/</a:t>
            </a:r>
            <a:r>
              <a:rPr lang="en-US" sz="2400" dirty="0" err="1">
                <a:solidFill>
                  <a:schemeClr val="bg1"/>
                </a:solidFill>
              </a:rPr>
              <a:t>employee.json</a:t>
            </a:r>
            <a:r>
              <a:rPr lang="en-US" sz="2400" dirty="0">
                <a:solidFill>
                  <a:schemeClr val="bg1"/>
                </a:solidFill>
              </a:rPr>
              <a:t>"));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String </a:t>
            </a:r>
            <a:r>
              <a:rPr lang="en-US" sz="2400" dirty="0" err="1">
                <a:solidFill>
                  <a:schemeClr val="bg1"/>
                </a:solidFill>
              </a:rPr>
              <a:t>employeeName</a:t>
            </a:r>
            <a:r>
              <a:rPr lang="en-US" sz="2400" dirty="0">
                <a:solidFill>
                  <a:schemeClr val="bg1"/>
                </a:solidFill>
              </a:rPr>
              <a:t> = (String) </a:t>
            </a:r>
            <a:r>
              <a:rPr lang="en-US" sz="2400" dirty="0" err="1">
                <a:solidFill>
                  <a:schemeClr val="bg1"/>
                </a:solidFill>
              </a:rPr>
              <a:t>jsonObject.get</a:t>
            </a:r>
            <a:r>
              <a:rPr lang="en-US" sz="2400" dirty="0">
                <a:solidFill>
                  <a:schemeClr val="bg1"/>
                </a:solidFill>
              </a:rPr>
              <a:t>("name");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 </a:t>
            </a:r>
            <a:r>
              <a:rPr lang="en-US" sz="2400" dirty="0" err="1">
                <a:solidFill>
                  <a:schemeClr val="bg1"/>
                </a:solidFill>
              </a:rPr>
              <a:t>System.</a:t>
            </a:r>
            <a:r>
              <a:rPr lang="en-US" sz="2400" i="1" dirty="0" err="1">
                <a:solidFill>
                  <a:schemeClr val="bg1"/>
                </a:solidFill>
              </a:rPr>
              <a:t>out</a:t>
            </a:r>
            <a:r>
              <a:rPr lang="en-US" sz="2400" dirty="0" err="1">
                <a:solidFill>
                  <a:schemeClr val="bg1"/>
                </a:solidFill>
              </a:rPr>
              <a:t>.println</a:t>
            </a:r>
            <a:r>
              <a:rPr lang="en-US" sz="2400" dirty="0">
                <a:solidFill>
                  <a:schemeClr val="bg1"/>
                </a:solidFill>
              </a:rPr>
              <a:t>( </a:t>
            </a:r>
            <a:r>
              <a:rPr lang="en-US" sz="2400" dirty="0" err="1">
                <a:solidFill>
                  <a:schemeClr val="bg1"/>
                </a:solidFill>
              </a:rPr>
              <a:t>employeeName</a:t>
            </a:r>
            <a:r>
              <a:rPr lang="en-US" sz="2400" dirty="0">
                <a:solidFill>
                  <a:schemeClr val="bg1"/>
                </a:solidFill>
              </a:rPr>
              <a:t>  );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AC4F2941-9B99-8BCC-1946-A21E8ACC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>
            <a:extLst>
              <a:ext uri="{FF2B5EF4-FFF2-40B4-BE49-F238E27FC236}">
                <a16:creationId xmlns:a16="http://schemas.microsoft.com/office/drawing/2014/main" id="{C3788C13-3777-3A0B-86C1-A6AE9E46EC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5704" y="241944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dirty="0"/>
              <a:t>JSON WRITE</a:t>
            </a:r>
            <a:endParaRPr dirty="0"/>
          </a:p>
        </p:txBody>
      </p:sp>
      <p:sp>
        <p:nvSpPr>
          <p:cNvPr id="185" name="Google Shape;185;p6">
            <a:extLst>
              <a:ext uri="{FF2B5EF4-FFF2-40B4-BE49-F238E27FC236}">
                <a16:creationId xmlns:a16="http://schemas.microsoft.com/office/drawing/2014/main" id="{50DE92C7-A6C8-2DB5-0215-DD3706EA1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419" y="1060729"/>
            <a:ext cx="5933400" cy="55553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33B3"/>
              </a:buClr>
              <a:buSzPts val="1500"/>
              <a:buNone/>
            </a:pPr>
            <a:r>
              <a:rPr lang="en-US" dirty="0">
                <a:solidFill>
                  <a:schemeClr val="tx1"/>
                </a:solidFill>
              </a:rPr>
              <a:t>public static void </a:t>
            </a:r>
            <a:r>
              <a:rPr lang="en-US" dirty="0" err="1">
                <a:solidFill>
                  <a:schemeClr val="tx1"/>
                </a:solidFill>
              </a:rPr>
              <a:t>jsonWrite</a:t>
            </a:r>
            <a:r>
              <a:rPr lang="en-US" dirty="0">
                <a:solidFill>
                  <a:schemeClr val="tx1"/>
                </a:solidFill>
              </a:rPr>
              <a:t>() throws </a:t>
            </a:r>
            <a:r>
              <a:rPr lang="en-US" dirty="0" err="1">
                <a:solidFill>
                  <a:schemeClr val="tx1"/>
                </a:solidFill>
              </a:rPr>
              <a:t>IOException</a:t>
            </a:r>
            <a:r>
              <a:rPr lang="en-US" dirty="0">
                <a:solidFill>
                  <a:schemeClr val="tx1"/>
                </a:solidFill>
              </a:rPr>
              <a:t> {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JSONObject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empObject</a:t>
            </a:r>
            <a:r>
              <a:rPr lang="en-US" dirty="0">
                <a:solidFill>
                  <a:schemeClr val="tx1"/>
                </a:solidFill>
              </a:rPr>
              <a:t> = new </a:t>
            </a:r>
            <a:r>
              <a:rPr lang="en-US" dirty="0" err="1">
                <a:solidFill>
                  <a:schemeClr val="tx1"/>
                </a:solidFill>
              </a:rPr>
              <a:t>JSONObject</a:t>
            </a:r>
            <a:r>
              <a:rPr lang="en-US" dirty="0">
                <a:solidFill>
                  <a:schemeClr val="tx1"/>
                </a:solidFill>
              </a:rPr>
              <a:t>();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empObject.put</a:t>
            </a:r>
            <a:r>
              <a:rPr lang="en-US" dirty="0">
                <a:solidFill>
                  <a:schemeClr val="tx1"/>
                </a:solidFill>
              </a:rPr>
              <a:t>("name" , "Shouvik");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empObject.put</a:t>
            </a:r>
            <a:r>
              <a:rPr lang="en-US" dirty="0">
                <a:solidFill>
                  <a:schemeClr val="tx1"/>
                </a:solidFill>
              </a:rPr>
              <a:t>("designation", "SDET");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empObject.put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department","Engineering</a:t>
            </a:r>
            <a:r>
              <a:rPr lang="en-US" dirty="0">
                <a:solidFill>
                  <a:schemeClr val="tx1"/>
                </a:solidFill>
              </a:rPr>
              <a:t>");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JSONObject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addressObj</a:t>
            </a:r>
            <a:r>
              <a:rPr lang="en-US" dirty="0">
                <a:solidFill>
                  <a:schemeClr val="tx1"/>
                </a:solidFill>
              </a:rPr>
              <a:t>=new </a:t>
            </a:r>
            <a:r>
              <a:rPr lang="en-US" dirty="0" err="1">
                <a:solidFill>
                  <a:schemeClr val="tx1"/>
                </a:solidFill>
              </a:rPr>
              <a:t>JSONObject</a:t>
            </a:r>
            <a:r>
              <a:rPr lang="en-US" dirty="0">
                <a:solidFill>
                  <a:schemeClr val="tx1"/>
                </a:solidFill>
              </a:rPr>
              <a:t>();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addressObj.put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houseNo</a:t>
            </a:r>
            <a:r>
              <a:rPr lang="en-US" dirty="0">
                <a:solidFill>
                  <a:schemeClr val="tx1"/>
                </a:solidFill>
              </a:rPr>
              <a:t>", "100");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addressObj.put</a:t>
            </a:r>
            <a:r>
              <a:rPr lang="en-US" dirty="0">
                <a:solidFill>
                  <a:schemeClr val="tx1"/>
                </a:solidFill>
              </a:rPr>
              <a:t>("area", "my area");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addressObj.put</a:t>
            </a:r>
            <a:r>
              <a:rPr lang="en-US" dirty="0">
                <a:solidFill>
                  <a:schemeClr val="tx1"/>
                </a:solidFill>
              </a:rPr>
              <a:t>("city", "Dhaka");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33B3"/>
              </a:buClr>
              <a:buSzPts val="1500"/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empObject.put</a:t>
            </a:r>
            <a:r>
              <a:rPr lang="en-US" dirty="0">
                <a:solidFill>
                  <a:schemeClr val="tx1"/>
                </a:solidFill>
              </a:rPr>
              <a:t>("address", </a:t>
            </a:r>
            <a:r>
              <a:rPr lang="en-US" dirty="0" err="1">
                <a:solidFill>
                  <a:schemeClr val="tx1"/>
                </a:solidFill>
              </a:rPr>
              <a:t>addressObj</a:t>
            </a:r>
            <a:r>
              <a:rPr lang="en-US" dirty="0">
                <a:solidFill>
                  <a:schemeClr val="tx1"/>
                </a:solidFill>
              </a:rPr>
              <a:t>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FileWriter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fw</a:t>
            </a:r>
            <a:r>
              <a:rPr lang="en-US" dirty="0">
                <a:solidFill>
                  <a:schemeClr val="tx1"/>
                </a:solidFill>
              </a:rPr>
              <a:t>=new </a:t>
            </a:r>
            <a:r>
              <a:rPr lang="en-US" dirty="0" err="1">
                <a:solidFill>
                  <a:schemeClr val="tx1"/>
                </a:solidFill>
              </a:rPr>
              <a:t>FileWriter</a:t>
            </a:r>
            <a:r>
              <a:rPr lang="en-US" dirty="0">
                <a:solidFill>
                  <a:schemeClr val="tx1"/>
                </a:solidFill>
              </a:rPr>
              <a:t>("./</a:t>
            </a:r>
            <a:r>
              <a:rPr lang="en-US" dirty="0" err="1">
                <a:solidFill>
                  <a:schemeClr val="tx1"/>
                </a:solidFill>
              </a:rPr>
              <a:t>src</a:t>
            </a:r>
            <a:r>
              <a:rPr lang="en-US" dirty="0">
                <a:solidFill>
                  <a:schemeClr val="tx1"/>
                </a:solidFill>
              </a:rPr>
              <a:t>/main/resources/</a:t>
            </a:r>
            <a:r>
              <a:rPr lang="en-US" dirty="0" err="1">
                <a:solidFill>
                  <a:schemeClr val="tx1"/>
                </a:solidFill>
              </a:rPr>
              <a:t>employee.json</a:t>
            </a:r>
            <a:r>
              <a:rPr lang="en-US" dirty="0">
                <a:solidFill>
                  <a:schemeClr val="tx1"/>
                </a:solidFill>
              </a:rPr>
              <a:t>");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fw.write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empObject.toJSONString</a:t>
            </a:r>
            <a:r>
              <a:rPr lang="en-US" dirty="0">
                <a:solidFill>
                  <a:schemeClr val="tx1"/>
                </a:solidFill>
              </a:rPr>
              <a:t>());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fw.flush</a:t>
            </a:r>
            <a:r>
              <a:rPr lang="en-US" dirty="0">
                <a:solidFill>
                  <a:schemeClr val="tx1"/>
                </a:solidFill>
              </a:rPr>
              <a:t>();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fw.close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33B3"/>
              </a:buClr>
              <a:buSzPts val="1500"/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16827F-A232-3E66-B2FA-3ECCC42D0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891" y="1997504"/>
            <a:ext cx="3386789" cy="26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81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92B70F3D-B71F-F82E-FBD8-7F61F018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>
            <a:extLst>
              <a:ext uri="{FF2B5EF4-FFF2-40B4-BE49-F238E27FC236}">
                <a16:creationId xmlns:a16="http://schemas.microsoft.com/office/drawing/2014/main" id="{5AAE89FB-02A6-2069-E7E0-920CE02DB3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JSON READ</a:t>
            </a:r>
            <a:endParaRPr/>
          </a:p>
        </p:txBody>
      </p:sp>
      <p:sp>
        <p:nvSpPr>
          <p:cNvPr id="191" name="Google Shape;191;p7">
            <a:extLst>
              <a:ext uri="{FF2B5EF4-FFF2-40B4-BE49-F238E27FC236}">
                <a16:creationId xmlns:a16="http://schemas.microsoft.com/office/drawing/2014/main" id="{A5AB8540-96AE-332F-124F-3F707DDFB1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97978" y="1718730"/>
            <a:ext cx="7746021" cy="47089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33B3"/>
              </a:buClr>
              <a:buSzPts val="1200"/>
              <a:buNone/>
            </a:pPr>
            <a:r>
              <a:rPr lang="en-US" sz="1800" dirty="0">
                <a:solidFill>
                  <a:schemeClr val="tx1"/>
                </a:solidFill>
              </a:rPr>
              <a:t>public static void </a:t>
            </a:r>
            <a:r>
              <a:rPr lang="en-US" sz="1800" dirty="0" err="1">
                <a:solidFill>
                  <a:schemeClr val="tx1"/>
                </a:solidFill>
              </a:rPr>
              <a:t>jsonRead</a:t>
            </a:r>
            <a:r>
              <a:rPr lang="en-US" sz="1800" dirty="0">
                <a:solidFill>
                  <a:schemeClr val="tx1"/>
                </a:solidFill>
              </a:rPr>
              <a:t>() throws </a:t>
            </a:r>
            <a:r>
              <a:rPr lang="en-US" sz="1800" dirty="0" err="1">
                <a:solidFill>
                  <a:schemeClr val="tx1"/>
                </a:solidFill>
              </a:rPr>
              <a:t>IOException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 err="1">
                <a:solidFill>
                  <a:schemeClr val="tx1"/>
                </a:solidFill>
              </a:rPr>
              <a:t>ParseException</a:t>
            </a:r>
            <a:r>
              <a:rPr lang="en-US" sz="1800" dirty="0">
                <a:solidFill>
                  <a:schemeClr val="tx1"/>
                </a:solidFill>
              </a:rPr>
              <a:t> {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JSONParser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jsonParser</a:t>
            </a:r>
            <a:r>
              <a:rPr lang="en-US" sz="1800" dirty="0">
                <a:solidFill>
                  <a:schemeClr val="tx1"/>
                </a:solidFill>
              </a:rPr>
              <a:t> = new </a:t>
            </a:r>
            <a:r>
              <a:rPr lang="en-US" sz="1800" dirty="0" err="1">
                <a:solidFill>
                  <a:schemeClr val="tx1"/>
                </a:solidFill>
              </a:rPr>
              <a:t>JSONParser</a:t>
            </a:r>
            <a:r>
              <a:rPr lang="en-US" sz="1800" dirty="0">
                <a:solidFill>
                  <a:schemeClr val="tx1"/>
                </a:solidFill>
              </a:rPr>
              <a:t>();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JSONObject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jsonObject</a:t>
            </a:r>
            <a:r>
              <a:rPr lang="en-US" sz="1800" dirty="0">
                <a:solidFill>
                  <a:schemeClr val="tx1"/>
                </a:solidFill>
              </a:rPr>
              <a:t> = (</a:t>
            </a:r>
            <a:r>
              <a:rPr lang="en-US" sz="1800" dirty="0" err="1">
                <a:solidFill>
                  <a:schemeClr val="tx1"/>
                </a:solidFill>
              </a:rPr>
              <a:t>JSONObject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        </a:t>
            </a:r>
            <a:r>
              <a:rPr lang="en-US" sz="1800" dirty="0" err="1">
                <a:solidFill>
                  <a:schemeClr val="tx1"/>
                </a:solidFill>
              </a:rPr>
              <a:t>jsonParser.parse</a:t>
            </a:r>
            <a:r>
              <a:rPr lang="en-US" sz="1800" dirty="0">
                <a:solidFill>
                  <a:schemeClr val="tx1"/>
                </a:solidFill>
              </a:rPr>
              <a:t>( new </a:t>
            </a:r>
            <a:r>
              <a:rPr lang="en-US" sz="1800" dirty="0" err="1">
                <a:solidFill>
                  <a:schemeClr val="tx1"/>
                </a:solidFill>
              </a:rPr>
              <a:t>FileReader</a:t>
            </a:r>
            <a:r>
              <a:rPr lang="en-US" sz="1800" dirty="0">
                <a:solidFill>
                  <a:schemeClr val="tx1"/>
                </a:solidFill>
              </a:rPr>
              <a:t>("./</a:t>
            </a:r>
            <a:r>
              <a:rPr lang="en-US" sz="1800" dirty="0" err="1">
                <a:solidFill>
                  <a:schemeClr val="tx1"/>
                </a:solidFill>
              </a:rPr>
              <a:t>src</a:t>
            </a:r>
            <a:r>
              <a:rPr lang="en-US" sz="1800" dirty="0">
                <a:solidFill>
                  <a:schemeClr val="tx1"/>
                </a:solidFill>
              </a:rPr>
              <a:t>/main/resources/</a:t>
            </a:r>
            <a:r>
              <a:rPr lang="en-US" sz="1800" dirty="0" err="1">
                <a:solidFill>
                  <a:schemeClr val="tx1"/>
                </a:solidFill>
              </a:rPr>
              <a:t>employee.json</a:t>
            </a:r>
            <a:r>
              <a:rPr lang="en-US" sz="1800" dirty="0">
                <a:solidFill>
                  <a:schemeClr val="tx1"/>
                </a:solidFill>
              </a:rPr>
              <a:t>"));</a:t>
            </a: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String </a:t>
            </a:r>
            <a:r>
              <a:rPr lang="en-US" sz="1800" dirty="0" err="1">
                <a:solidFill>
                  <a:schemeClr val="tx1"/>
                </a:solidFill>
              </a:rPr>
              <a:t>employeeName</a:t>
            </a:r>
            <a:r>
              <a:rPr lang="en-US" sz="1800" dirty="0">
                <a:solidFill>
                  <a:schemeClr val="tx1"/>
                </a:solidFill>
              </a:rPr>
              <a:t> = (String) </a:t>
            </a:r>
            <a:r>
              <a:rPr lang="en-US" sz="1800" dirty="0" err="1">
                <a:solidFill>
                  <a:schemeClr val="tx1"/>
                </a:solidFill>
              </a:rPr>
              <a:t>jsonObject.get</a:t>
            </a:r>
            <a:r>
              <a:rPr lang="en-US" sz="1800" dirty="0">
                <a:solidFill>
                  <a:schemeClr val="tx1"/>
                </a:solidFill>
              </a:rPr>
              <a:t>("name");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System.</a:t>
            </a:r>
            <a:r>
              <a:rPr lang="en-US" sz="1800" i="1" dirty="0" err="1">
                <a:solidFill>
                  <a:schemeClr val="tx1"/>
                </a:solidFill>
              </a:rPr>
              <a:t>out</a:t>
            </a:r>
            <a:r>
              <a:rPr lang="en-US" sz="1800" dirty="0" err="1">
                <a:solidFill>
                  <a:schemeClr val="tx1"/>
                </a:solidFill>
              </a:rPr>
              <a:t>.println</a:t>
            </a:r>
            <a:r>
              <a:rPr lang="en-US" sz="1800" dirty="0">
                <a:solidFill>
                  <a:schemeClr val="tx1"/>
                </a:solidFill>
              </a:rPr>
              <a:t>( </a:t>
            </a:r>
            <a:r>
              <a:rPr lang="en-US" sz="1800" dirty="0" err="1">
                <a:solidFill>
                  <a:schemeClr val="tx1"/>
                </a:solidFill>
              </a:rPr>
              <a:t>employeeName</a:t>
            </a:r>
            <a:r>
              <a:rPr lang="en-US" sz="1800" dirty="0">
                <a:solidFill>
                  <a:schemeClr val="tx1"/>
                </a:solidFill>
              </a:rPr>
              <a:t>  );</a:t>
            </a: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JSONObject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addrress</a:t>
            </a:r>
            <a:r>
              <a:rPr lang="en-US" sz="1800" dirty="0">
                <a:solidFill>
                  <a:schemeClr val="tx1"/>
                </a:solidFill>
              </a:rPr>
              <a:t> = (</a:t>
            </a:r>
            <a:r>
              <a:rPr lang="en-US" sz="1800" dirty="0" err="1">
                <a:solidFill>
                  <a:schemeClr val="tx1"/>
                </a:solidFill>
              </a:rPr>
              <a:t>JSONObject</a:t>
            </a:r>
            <a:r>
              <a:rPr lang="en-US" sz="1800" dirty="0">
                <a:solidFill>
                  <a:schemeClr val="tx1"/>
                </a:solidFill>
              </a:rPr>
              <a:t>) </a:t>
            </a:r>
            <a:r>
              <a:rPr lang="en-US" sz="1800" dirty="0" err="1">
                <a:solidFill>
                  <a:schemeClr val="tx1"/>
                </a:solidFill>
              </a:rPr>
              <a:t>jsonObject.get</a:t>
            </a:r>
            <a:r>
              <a:rPr lang="en-US" sz="1800" dirty="0">
                <a:solidFill>
                  <a:schemeClr val="tx1"/>
                </a:solidFill>
              </a:rPr>
              <a:t>("address");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System.</a:t>
            </a:r>
            <a:r>
              <a:rPr lang="en-US" sz="1800" i="1" dirty="0" err="1">
                <a:solidFill>
                  <a:schemeClr val="tx1"/>
                </a:solidFill>
              </a:rPr>
              <a:t>out</a:t>
            </a:r>
            <a:r>
              <a:rPr lang="en-US" sz="1800" dirty="0" err="1">
                <a:solidFill>
                  <a:schemeClr val="tx1"/>
                </a:solidFill>
              </a:rPr>
              <a:t>.println</a:t>
            </a:r>
            <a:r>
              <a:rPr lang="en-US" sz="1800" dirty="0">
                <a:solidFill>
                  <a:schemeClr val="tx1"/>
                </a:solidFill>
              </a:rPr>
              <a:t>(</a:t>
            </a:r>
            <a:r>
              <a:rPr lang="en-US" sz="1800" dirty="0" err="1">
                <a:solidFill>
                  <a:schemeClr val="tx1"/>
                </a:solidFill>
              </a:rPr>
              <a:t>addrress</a:t>
            </a:r>
            <a:r>
              <a:rPr lang="en-US" sz="1800" dirty="0">
                <a:solidFill>
                  <a:schemeClr val="tx1"/>
                </a:solidFill>
              </a:rPr>
              <a:t>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String city = (String) </a:t>
            </a:r>
            <a:r>
              <a:rPr lang="en-US" sz="1800" dirty="0" err="1">
                <a:solidFill>
                  <a:schemeClr val="tx1"/>
                </a:solidFill>
              </a:rPr>
              <a:t>addrress.get</a:t>
            </a:r>
            <a:r>
              <a:rPr lang="en-US" sz="1800" dirty="0">
                <a:solidFill>
                  <a:schemeClr val="tx1"/>
                </a:solidFill>
              </a:rPr>
              <a:t>("city");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    </a:t>
            </a:r>
            <a:r>
              <a:rPr lang="en-US" sz="1800" dirty="0" err="1">
                <a:solidFill>
                  <a:schemeClr val="tx1"/>
                </a:solidFill>
              </a:rPr>
              <a:t>System.</a:t>
            </a:r>
            <a:r>
              <a:rPr lang="en-US" sz="1800" i="1" dirty="0" err="1">
                <a:solidFill>
                  <a:schemeClr val="tx1"/>
                </a:solidFill>
              </a:rPr>
              <a:t>out</a:t>
            </a:r>
            <a:r>
              <a:rPr lang="en-US" sz="1800" dirty="0" err="1">
                <a:solidFill>
                  <a:schemeClr val="tx1"/>
                </a:solidFill>
              </a:rPr>
              <a:t>.println</a:t>
            </a:r>
            <a:r>
              <a:rPr lang="en-US" sz="1800" dirty="0">
                <a:solidFill>
                  <a:schemeClr val="tx1"/>
                </a:solidFill>
              </a:rPr>
              <a:t>(city);</a:t>
            </a: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200"/>
              <a:buFont typeface="JetBrains Mono"/>
              <a:buNone/>
            </a:pPr>
            <a:endParaRPr sz="1200" b="0" i="0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5895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WRITE JSON LIST</a:t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279300" y="1109063"/>
            <a:ext cx="5805600" cy="4662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buClr>
                <a:srgbClr val="0033B3"/>
              </a:buClr>
              <a:buSzPts val="1300"/>
            </a:pPr>
            <a:r>
              <a:rPr lang="en-US" dirty="0"/>
              <a:t>public static void </a:t>
            </a:r>
            <a:r>
              <a:rPr lang="en-US" dirty="0" err="1"/>
              <a:t>writeJSONArray</a:t>
            </a:r>
            <a:r>
              <a:rPr lang="en-US" dirty="0"/>
              <a:t>() throws </a:t>
            </a:r>
            <a:r>
              <a:rPr lang="en-US" dirty="0" err="1"/>
              <a:t>IOException</a:t>
            </a:r>
            <a:r>
              <a:rPr lang="en-US" dirty="0"/>
              <a:t>, </a:t>
            </a:r>
            <a:r>
              <a:rPr lang="en-US" dirty="0" err="1"/>
              <a:t>ParseException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String </a:t>
            </a:r>
            <a:r>
              <a:rPr lang="en-US" dirty="0" err="1"/>
              <a:t>fileName</a:t>
            </a:r>
            <a:r>
              <a:rPr lang="en-US" dirty="0"/>
              <a:t> = "./</a:t>
            </a:r>
            <a:r>
              <a:rPr lang="en-US" dirty="0" err="1"/>
              <a:t>src</a:t>
            </a:r>
            <a:r>
              <a:rPr lang="en-US" dirty="0"/>
              <a:t>/main/resources/</a:t>
            </a:r>
            <a:r>
              <a:rPr lang="en-US" dirty="0" err="1"/>
              <a:t>employees.json</a:t>
            </a:r>
            <a:r>
              <a:rPr lang="en-US" dirty="0"/>
              <a:t>";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JSONParser</a:t>
            </a:r>
            <a:r>
              <a:rPr lang="en-US" dirty="0"/>
              <a:t> </a:t>
            </a:r>
            <a:r>
              <a:rPr lang="en-US" dirty="0" err="1"/>
              <a:t>jsonParser</a:t>
            </a:r>
            <a:r>
              <a:rPr lang="en-US" dirty="0"/>
              <a:t> = new </a:t>
            </a:r>
            <a:r>
              <a:rPr lang="en-US" dirty="0" err="1"/>
              <a:t>JSONParser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JSONArray</a:t>
            </a:r>
            <a:r>
              <a:rPr lang="en-US" dirty="0"/>
              <a:t> employees = (</a:t>
            </a:r>
            <a:r>
              <a:rPr lang="en-US" dirty="0" err="1"/>
              <a:t>JSONArray</a:t>
            </a:r>
            <a:r>
              <a:rPr lang="en-US" dirty="0"/>
              <a:t>) </a:t>
            </a:r>
            <a:r>
              <a:rPr lang="en-US" dirty="0" err="1"/>
              <a:t>jsonParser.parse</a:t>
            </a:r>
            <a:r>
              <a:rPr lang="en-US" dirty="0"/>
              <a:t>(new </a:t>
            </a:r>
            <a:r>
              <a:rPr lang="en-US" dirty="0" err="1"/>
              <a:t>FileReader</a:t>
            </a:r>
            <a:r>
              <a:rPr lang="en-US" dirty="0"/>
              <a:t>(</a:t>
            </a:r>
            <a:r>
              <a:rPr lang="en-US" dirty="0" err="1"/>
              <a:t>fileName</a:t>
            </a:r>
            <a:r>
              <a:rPr lang="en-US" dirty="0"/>
              <a:t>));</a:t>
            </a:r>
            <a:br>
              <a:rPr lang="en-US" dirty="0"/>
            </a:br>
            <a:r>
              <a:rPr lang="en-US" dirty="0"/>
              <a:t>    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JSONObject</a:t>
            </a:r>
            <a:r>
              <a:rPr lang="en-US" dirty="0"/>
              <a:t> </a:t>
            </a:r>
            <a:r>
              <a:rPr lang="en-US" dirty="0" err="1"/>
              <a:t>jsonObject</a:t>
            </a:r>
            <a:r>
              <a:rPr lang="en-US" dirty="0"/>
              <a:t> = new </a:t>
            </a:r>
            <a:r>
              <a:rPr lang="en-US" dirty="0" err="1"/>
              <a:t>JSONObject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jsonObject.put</a:t>
            </a:r>
            <a:r>
              <a:rPr lang="en-US" dirty="0"/>
              <a:t>("id", 1);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jsonObject.put</a:t>
            </a:r>
            <a:r>
              <a:rPr lang="en-US" dirty="0"/>
              <a:t>("name", "Shouvik");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jsonObject.put</a:t>
            </a:r>
            <a:r>
              <a:rPr lang="en-US" dirty="0"/>
              <a:t>("designation", "SQA");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jsonObject.put</a:t>
            </a:r>
            <a:r>
              <a:rPr lang="en-US" dirty="0"/>
              <a:t>("address", "Dhaka");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employees.add</a:t>
            </a:r>
            <a:r>
              <a:rPr lang="en-US" dirty="0"/>
              <a:t>(</a:t>
            </a:r>
            <a:r>
              <a:rPr lang="en-US" dirty="0" err="1"/>
              <a:t>jsonObject</a:t>
            </a:r>
            <a:r>
              <a:rPr lang="en-US" dirty="0"/>
              <a:t>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FileWriter</a:t>
            </a:r>
            <a:r>
              <a:rPr lang="en-US" dirty="0"/>
              <a:t> </a:t>
            </a:r>
            <a:r>
              <a:rPr lang="en-US" dirty="0" err="1"/>
              <a:t>fw</a:t>
            </a:r>
            <a:r>
              <a:rPr lang="en-US" dirty="0"/>
              <a:t> = new </a:t>
            </a:r>
            <a:r>
              <a:rPr lang="en-US" dirty="0" err="1"/>
              <a:t>FileWriter</a:t>
            </a:r>
            <a:r>
              <a:rPr lang="en-US" dirty="0"/>
              <a:t>(</a:t>
            </a:r>
            <a:r>
              <a:rPr lang="en-US" dirty="0" err="1"/>
              <a:t>fileName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fw.write</a:t>
            </a:r>
            <a:r>
              <a:rPr lang="en-US" dirty="0"/>
              <a:t>(</a:t>
            </a:r>
            <a:r>
              <a:rPr lang="en-US" dirty="0" err="1"/>
              <a:t>employees.toJSONString</a:t>
            </a:r>
            <a:r>
              <a:rPr lang="en-US" dirty="0"/>
              <a:t>());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fw.flush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fw.close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300"/>
              <a:buFont typeface="JetBrains Mono"/>
              <a:buNone/>
            </a:pP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A0121A-60EA-B958-DBAC-6984F88983E3}"/>
              </a:ext>
            </a:extLst>
          </p:cNvPr>
          <p:cNvSpPr txBox="1"/>
          <p:nvPr/>
        </p:nvSpPr>
        <p:spPr>
          <a:xfrm>
            <a:off x="243840" y="1930400"/>
            <a:ext cx="56688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Create a file named “</a:t>
            </a:r>
            <a:r>
              <a:rPr lang="en-US" sz="2400" dirty="0" err="1">
                <a:solidFill>
                  <a:schemeClr val="bg1"/>
                </a:solidFill>
              </a:rPr>
              <a:t>emplyees.json</a:t>
            </a:r>
            <a:r>
              <a:rPr lang="en-US" sz="2400" dirty="0">
                <a:solidFill>
                  <a:schemeClr val="bg1"/>
                </a:solidFill>
              </a:rPr>
              <a:t>” in the resources folder.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Initiate the file with an empty array : [ ]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FDB2F-52B7-1222-84EA-F45124A3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74" y="3219227"/>
            <a:ext cx="4520146" cy="1436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158464-84E7-ACD0-94C7-4B2B8210359A}"/>
              </a:ext>
            </a:extLst>
          </p:cNvPr>
          <p:cNvSpPr txBox="1"/>
          <p:nvPr/>
        </p:nvSpPr>
        <p:spPr>
          <a:xfrm>
            <a:off x="6096000" y="5933440"/>
            <a:ext cx="598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Run this code 2/3 times to see multiple objects adding to array.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READ FROM JSON ARRAY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1451574" y="2167084"/>
            <a:ext cx="7885465" cy="3139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br>
              <a:rPr lang="en-US" sz="1800" dirty="0"/>
            </a:br>
            <a:r>
              <a:rPr lang="en-US" sz="1800" dirty="0"/>
              <a:t>public static void </a:t>
            </a:r>
            <a:r>
              <a:rPr lang="en-US" sz="1800" dirty="0" err="1"/>
              <a:t>readJSONArray</a:t>
            </a:r>
            <a:r>
              <a:rPr lang="en-US" sz="1800" dirty="0"/>
              <a:t>() throws </a:t>
            </a:r>
            <a:r>
              <a:rPr lang="en-US" sz="1800" dirty="0" err="1"/>
              <a:t>IOException</a:t>
            </a:r>
            <a:r>
              <a:rPr lang="en-US" sz="1800" dirty="0"/>
              <a:t>, </a:t>
            </a:r>
            <a:r>
              <a:rPr lang="en-US" sz="1800" dirty="0" err="1"/>
              <a:t>ParseException</a:t>
            </a:r>
            <a:r>
              <a:rPr lang="en-US" sz="1800" dirty="0"/>
              <a:t> {</a:t>
            </a:r>
            <a:br>
              <a:rPr lang="en-US" sz="1800" dirty="0"/>
            </a:br>
            <a:r>
              <a:rPr lang="en-US" sz="1800" dirty="0"/>
              <a:t>    String </a:t>
            </a:r>
            <a:r>
              <a:rPr lang="en-US" sz="1800" dirty="0" err="1"/>
              <a:t>fileName</a:t>
            </a:r>
            <a:r>
              <a:rPr lang="en-US" sz="1800" dirty="0"/>
              <a:t> = "./</a:t>
            </a:r>
            <a:r>
              <a:rPr lang="en-US" sz="1800" dirty="0" err="1"/>
              <a:t>src</a:t>
            </a:r>
            <a:r>
              <a:rPr lang="en-US" sz="1800" dirty="0"/>
              <a:t>/main/resources/</a:t>
            </a:r>
            <a:r>
              <a:rPr lang="en-US" sz="1800" dirty="0" err="1"/>
              <a:t>employees.json</a:t>
            </a:r>
            <a:r>
              <a:rPr lang="en-US" sz="1800" dirty="0"/>
              <a:t>";</a:t>
            </a:r>
            <a:br>
              <a:rPr lang="en-US" sz="1800" dirty="0"/>
            </a:br>
            <a:r>
              <a:rPr lang="en-US" sz="1800" dirty="0"/>
              <a:t>    </a:t>
            </a:r>
            <a:r>
              <a:rPr lang="en-US" sz="1800" dirty="0" err="1"/>
              <a:t>JSONParser</a:t>
            </a:r>
            <a:r>
              <a:rPr lang="en-US" sz="1800" dirty="0"/>
              <a:t> </a:t>
            </a:r>
            <a:r>
              <a:rPr lang="en-US" sz="1800" dirty="0" err="1"/>
              <a:t>jsonParser</a:t>
            </a:r>
            <a:r>
              <a:rPr lang="en-US" sz="1800" dirty="0"/>
              <a:t> = new </a:t>
            </a:r>
            <a:r>
              <a:rPr lang="en-US" sz="1800" dirty="0" err="1"/>
              <a:t>JSONParser</a:t>
            </a:r>
            <a:r>
              <a:rPr lang="en-US" sz="1800" dirty="0"/>
              <a:t>();</a:t>
            </a:r>
            <a:br>
              <a:rPr lang="en-US" sz="1800" dirty="0"/>
            </a:br>
            <a:r>
              <a:rPr lang="en-US" sz="1800" dirty="0"/>
              <a:t>    </a:t>
            </a:r>
            <a:r>
              <a:rPr lang="en-US" sz="1800" dirty="0" err="1"/>
              <a:t>JSONArray</a:t>
            </a:r>
            <a:r>
              <a:rPr lang="en-US" sz="1800" dirty="0"/>
              <a:t> employees = (</a:t>
            </a:r>
            <a:r>
              <a:rPr lang="en-US" sz="1800" dirty="0" err="1"/>
              <a:t>JSONArray</a:t>
            </a:r>
            <a:r>
              <a:rPr lang="en-US" sz="1800" dirty="0"/>
              <a:t>) </a:t>
            </a:r>
            <a:r>
              <a:rPr lang="en-US" sz="1800" dirty="0" err="1"/>
              <a:t>jsonParser.parse</a:t>
            </a:r>
            <a:r>
              <a:rPr lang="en-US" sz="1800" dirty="0"/>
              <a:t>(new </a:t>
            </a:r>
            <a:r>
              <a:rPr lang="en-US" sz="1800" dirty="0" err="1"/>
              <a:t>FileReader</a:t>
            </a:r>
            <a:r>
              <a:rPr lang="en-US" sz="1800" dirty="0"/>
              <a:t>(</a:t>
            </a:r>
            <a:r>
              <a:rPr lang="en-US" sz="1800" dirty="0" err="1"/>
              <a:t>fileName</a:t>
            </a:r>
            <a:r>
              <a:rPr lang="en-US" sz="1800" dirty="0"/>
              <a:t>));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    </a:t>
            </a:r>
            <a:r>
              <a:rPr lang="en-US" sz="1800" dirty="0" err="1"/>
              <a:t>JSONObject</a:t>
            </a:r>
            <a:r>
              <a:rPr lang="en-US" sz="1800" dirty="0"/>
              <a:t> </a:t>
            </a:r>
            <a:r>
              <a:rPr lang="en-US" sz="1800" dirty="0" err="1"/>
              <a:t>jsonObject</a:t>
            </a:r>
            <a:r>
              <a:rPr lang="en-US" sz="1800" dirty="0"/>
              <a:t> = (</a:t>
            </a:r>
            <a:r>
              <a:rPr lang="en-US" sz="1800" dirty="0" err="1"/>
              <a:t>JSONObject</a:t>
            </a:r>
            <a:r>
              <a:rPr lang="en-US" sz="1800" dirty="0"/>
              <a:t>) </a:t>
            </a:r>
            <a:r>
              <a:rPr lang="en-US" sz="1800" dirty="0" err="1"/>
              <a:t>employees.get</a:t>
            </a:r>
            <a:r>
              <a:rPr lang="en-US" sz="1800" dirty="0"/>
              <a:t>(0);</a:t>
            </a:r>
            <a:br>
              <a:rPr lang="en-US" sz="1800" dirty="0"/>
            </a:br>
            <a:r>
              <a:rPr lang="en-US" sz="1800" dirty="0"/>
              <a:t>    String name = (String) </a:t>
            </a:r>
            <a:r>
              <a:rPr lang="en-US" sz="1800" dirty="0" err="1"/>
              <a:t>jsonObject.get</a:t>
            </a:r>
            <a:r>
              <a:rPr lang="en-US" sz="1800" dirty="0"/>
              <a:t>("name");</a:t>
            </a:r>
            <a:br>
              <a:rPr lang="en-US" sz="1800" dirty="0"/>
            </a:br>
            <a:r>
              <a:rPr lang="en-US" sz="1800" dirty="0"/>
              <a:t>    </a:t>
            </a:r>
            <a:r>
              <a:rPr lang="en-US" sz="1800" dirty="0" err="1"/>
              <a:t>System.</a:t>
            </a:r>
            <a:r>
              <a:rPr lang="en-US" sz="1800" i="1" dirty="0" err="1"/>
              <a:t>out</a:t>
            </a:r>
            <a:r>
              <a:rPr lang="en-US" sz="1800" dirty="0" err="1"/>
              <a:t>.println</a:t>
            </a:r>
            <a:r>
              <a:rPr lang="en-US" sz="1800" dirty="0"/>
              <a:t>(name);</a:t>
            </a:r>
            <a:br>
              <a:rPr lang="en-US" sz="1800" dirty="0"/>
            </a:br>
            <a:r>
              <a:rPr lang="en-US" sz="1800"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dirty="0"/>
              <a:t>UPDATE JSON [Single Object]</a:t>
            </a:r>
            <a:endParaRPr dirty="0"/>
          </a:p>
        </p:txBody>
      </p:sp>
      <p:sp>
        <p:nvSpPr>
          <p:cNvPr id="209" name="Google Shape;209;p10"/>
          <p:cNvSpPr txBox="1">
            <a:spLocks noGrp="1"/>
          </p:cNvSpPr>
          <p:nvPr>
            <p:ph type="body" idx="1"/>
          </p:nvPr>
        </p:nvSpPr>
        <p:spPr>
          <a:xfrm>
            <a:off x="1451578" y="1711793"/>
            <a:ext cx="9368821" cy="47089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20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updateJSON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key,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value) </a:t>
            </a: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throws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IOException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ParseException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fileName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2000" b="0" i="0" u="none" strike="noStrike" cap="none" dirty="0" err="1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employee.json</a:t>
            </a: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Object obj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.parse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FileReader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fileName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JSONObject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empObj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JSONObject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empObj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empObj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.put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key,value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FileWriter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file 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20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FileWriter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fileName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.write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empObj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.toJSONString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.flush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.close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"Updated!"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2000" b="0" i="1" u="none" strike="noStrike" cap="none" dirty="0" err="1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20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empObj</a:t>
            </a: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 dirty="0"/>
              <a:t>UPDATE JSON [ LIST DATA ]</a:t>
            </a:r>
            <a:endParaRPr dirty="0"/>
          </a:p>
        </p:txBody>
      </p:sp>
      <p:sp>
        <p:nvSpPr>
          <p:cNvPr id="215" name="Google Shape;215;p11"/>
          <p:cNvSpPr txBox="1">
            <a:spLocks noGrp="1"/>
          </p:cNvSpPr>
          <p:nvPr>
            <p:ph type="body" idx="1"/>
          </p:nvPr>
        </p:nvSpPr>
        <p:spPr>
          <a:xfrm>
            <a:off x="1451579" y="1848212"/>
            <a:ext cx="8331000" cy="401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 dirty="0" err="1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updateJSONList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index, String key, String value) </a:t>
            </a:r>
            <a:r>
              <a:rPr lang="en-US" sz="1500" b="0" i="0" u="none" strike="noStrike" cap="none" dirty="0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throws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IOException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500" b="0" i="0" u="none" strike="noStrike" cap="none" dirty="0" err="1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ParseException</a:t>
            </a:r>
            <a:r>
              <a:rPr lang="en-US" sz="1500" b="0" i="0" u="none" strike="noStrike" cap="none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fileName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="./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src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/main/resources/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student.json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new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Object obj =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jsonParser.parse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(new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FileReader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fileName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(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obj;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b="0" i="0" u="none" strike="noStrike" cap="none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JSONObject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jsonObject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(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JSONObject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jsonArray.get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(index);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jsonObject.put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(key, value);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b="0" i="0" u="none" strike="noStrike" cap="none" dirty="0">
              <a:solidFill>
                <a:srgbClr val="08080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FileWriter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file = new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FileWriter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fileName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file.write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jsonArray.toJSONString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file.flush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file.close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System.out.println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("Updated!");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808"/>
              </a:buClr>
              <a:buSzPts val="1500"/>
              <a:buNone/>
            </a:pP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System.out.print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</a:t>
            </a: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DELETE JSON DATA</a:t>
            </a:r>
            <a:endParaRPr/>
          </a:p>
        </p:txBody>
      </p:sp>
      <p:sp>
        <p:nvSpPr>
          <p:cNvPr id="221" name="Google Shape;221;p12"/>
          <p:cNvSpPr txBox="1">
            <a:spLocks noGrp="1"/>
          </p:cNvSpPr>
          <p:nvPr>
            <p:ph type="body" idx="1"/>
          </p:nvPr>
        </p:nvSpPr>
        <p:spPr>
          <a:xfrm>
            <a:off x="1451579" y="2194461"/>
            <a:ext cx="6428700" cy="355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1500"/>
              <a:buFont typeface="JetBrains Mono"/>
              <a:buNone/>
            </a:pP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static void </a:t>
            </a:r>
            <a:r>
              <a:rPr lang="en-US" sz="1500" b="0" i="0" u="none" strike="noStrike" cap="non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deleteJSONList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index)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throws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IOException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ParseException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{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 fileName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"student.json"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 jsonParser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Object obj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jsonParser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.parse(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FileReader(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fileName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 jsonArray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obj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.remove(index);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FileWriter file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 </a:t>
            </a:r>
            <a:r>
              <a:rPr lang="en-US" sz="1500" b="0" i="0" u="none" strike="noStrike" cap="non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 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FileWriter(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fileName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.write(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.toJSONString());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.flush();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.close();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.println(</a:t>
            </a:r>
            <a:r>
              <a:rPr lang="en-US" sz="1500" b="0" i="0" u="none" strike="noStrike" cap="none">
                <a:solidFill>
                  <a:srgbClr val="067D1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“Deleted!"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r>
              <a:rPr lang="en-US" sz="1500" b="0" i="1" u="none" strike="noStrike" cap="none">
                <a:solidFill>
                  <a:srgbClr val="87109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.print(</a:t>
            </a:r>
            <a:r>
              <a:rPr lang="en-US" sz="1500" b="0" i="0" u="none" strike="noStrike" cap="non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jsonArray</a:t>
            </a: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b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00" b="0" i="0" u="none" strike="noStrike" cap="non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2ea82c478_0_0"/>
          <p:cNvSpPr txBox="1">
            <a:spLocks noGrp="1"/>
          </p:cNvSpPr>
          <p:nvPr>
            <p:ph type="title" idx="4294967295"/>
          </p:nvPr>
        </p:nvSpPr>
        <p:spPr>
          <a:xfrm>
            <a:off x="1294350" y="0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 dirty="0"/>
              <a:t>Search data from </a:t>
            </a:r>
            <a:r>
              <a:rPr lang="en-US" dirty="0" err="1"/>
              <a:t>JSONArray</a:t>
            </a:r>
            <a:endParaRPr dirty="0"/>
          </a:p>
        </p:txBody>
      </p:sp>
      <p:sp>
        <p:nvSpPr>
          <p:cNvPr id="228" name="Google Shape;228;g2a2ea82c478_0_0"/>
          <p:cNvSpPr txBox="1">
            <a:spLocks noGrp="1"/>
          </p:cNvSpPr>
          <p:nvPr>
            <p:ph type="body" idx="4294967295"/>
          </p:nvPr>
        </p:nvSpPr>
        <p:spPr>
          <a:xfrm>
            <a:off x="1370295" y="833770"/>
            <a:ext cx="9527355" cy="5953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public static </a:t>
            </a:r>
            <a:r>
              <a:rPr lang="en-US" dirty="0" err="1"/>
              <a:t>JSONObject</a:t>
            </a:r>
            <a:r>
              <a:rPr lang="en-US" dirty="0"/>
              <a:t> </a:t>
            </a:r>
            <a:r>
              <a:rPr lang="en-US" dirty="0" err="1"/>
              <a:t>searchJSONArray</a:t>
            </a:r>
            <a:r>
              <a:rPr lang="en-US" dirty="0"/>
              <a:t>(String </a:t>
            </a:r>
            <a:r>
              <a:rPr lang="en-US" dirty="0" err="1"/>
              <a:t>searchId</a:t>
            </a:r>
            <a:r>
              <a:rPr lang="en-US" dirty="0"/>
              <a:t>) throws </a:t>
            </a:r>
            <a:r>
              <a:rPr lang="en-US" dirty="0" err="1"/>
              <a:t>IOException</a:t>
            </a:r>
            <a:r>
              <a:rPr lang="en-US" dirty="0"/>
              <a:t>, </a:t>
            </a:r>
            <a:r>
              <a:rPr lang="en-US" dirty="0" err="1"/>
              <a:t>ParseException</a:t>
            </a:r>
            <a:r>
              <a:rPr lang="en-US" dirty="0"/>
              <a:t>, </a:t>
            </a:r>
            <a:r>
              <a:rPr lang="en-US" dirty="0" err="1"/>
              <a:t>ParseException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String </a:t>
            </a:r>
            <a:r>
              <a:rPr lang="en-US" dirty="0" err="1"/>
              <a:t>filePath</a:t>
            </a:r>
            <a:r>
              <a:rPr lang="en-US" dirty="0"/>
              <a:t>="./</a:t>
            </a:r>
            <a:r>
              <a:rPr lang="en-US" dirty="0" err="1"/>
              <a:t>src</a:t>
            </a:r>
            <a:r>
              <a:rPr lang="en-US" dirty="0"/>
              <a:t>/main/resources/</a:t>
            </a:r>
            <a:r>
              <a:rPr lang="en-US" dirty="0" err="1"/>
              <a:t>employees.json</a:t>
            </a:r>
            <a:r>
              <a:rPr lang="en-US" dirty="0"/>
              <a:t>";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JSONParser</a:t>
            </a:r>
            <a:r>
              <a:rPr lang="en-US" dirty="0"/>
              <a:t> parser=new </a:t>
            </a:r>
            <a:r>
              <a:rPr lang="en-US" dirty="0" err="1"/>
              <a:t>JSONParser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JSONArray</a:t>
            </a:r>
            <a:r>
              <a:rPr lang="en-US" dirty="0"/>
              <a:t> </a:t>
            </a:r>
            <a:r>
              <a:rPr lang="en-US" dirty="0" err="1"/>
              <a:t>jsonArray</a:t>
            </a:r>
            <a:r>
              <a:rPr lang="en-US" dirty="0"/>
              <a:t>= (</a:t>
            </a:r>
            <a:r>
              <a:rPr lang="en-US" dirty="0" err="1"/>
              <a:t>JSONArray</a:t>
            </a:r>
            <a:r>
              <a:rPr lang="en-US" dirty="0"/>
              <a:t>) </a:t>
            </a:r>
            <a:r>
              <a:rPr lang="en-US" dirty="0" err="1"/>
              <a:t>parser.parse</a:t>
            </a:r>
            <a:r>
              <a:rPr lang="en-US" dirty="0"/>
              <a:t>(new </a:t>
            </a:r>
            <a:r>
              <a:rPr lang="en-US" dirty="0" err="1"/>
              <a:t>FileReader</a:t>
            </a:r>
            <a:r>
              <a:rPr lang="en-US" dirty="0"/>
              <a:t>(</a:t>
            </a:r>
            <a:r>
              <a:rPr lang="en-US" dirty="0" err="1"/>
              <a:t>filePath</a:t>
            </a:r>
            <a:r>
              <a:rPr lang="en-US" dirty="0"/>
              <a:t>));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for(Object obj: </a:t>
            </a:r>
            <a:r>
              <a:rPr lang="en-US" dirty="0" err="1"/>
              <a:t>jsonArray</a:t>
            </a:r>
            <a:r>
              <a:rPr lang="en-US" dirty="0"/>
              <a:t>){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JSONObject</a:t>
            </a:r>
            <a:r>
              <a:rPr lang="en-US" dirty="0"/>
              <a:t> </a:t>
            </a:r>
            <a:r>
              <a:rPr lang="en-US" dirty="0" err="1"/>
              <a:t>jsonObject</a:t>
            </a:r>
            <a:r>
              <a:rPr lang="en-US" dirty="0"/>
              <a:t>= (</a:t>
            </a:r>
            <a:r>
              <a:rPr lang="en-US" dirty="0" err="1"/>
              <a:t>JSONObject</a:t>
            </a:r>
            <a:r>
              <a:rPr lang="en-US" dirty="0"/>
              <a:t>) obj;</a:t>
            </a:r>
            <a:br>
              <a:rPr lang="en-US" dirty="0"/>
            </a:br>
            <a:r>
              <a:rPr lang="en-US" dirty="0"/>
              <a:t>        String id=  </a:t>
            </a:r>
            <a:r>
              <a:rPr lang="en-US" dirty="0" err="1"/>
              <a:t>jsonObject.get</a:t>
            </a:r>
            <a:r>
              <a:rPr lang="en-US" dirty="0"/>
              <a:t>("id").</a:t>
            </a:r>
            <a:r>
              <a:rPr lang="en-US" dirty="0" err="1"/>
              <a:t>toString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    if(</a:t>
            </a:r>
            <a:r>
              <a:rPr lang="en-US" dirty="0" err="1"/>
              <a:t>id.equals</a:t>
            </a:r>
            <a:r>
              <a:rPr lang="en-US" dirty="0"/>
              <a:t>(</a:t>
            </a:r>
            <a:r>
              <a:rPr lang="en-US" dirty="0" err="1"/>
              <a:t>searchId</a:t>
            </a:r>
            <a:r>
              <a:rPr lang="en-US" dirty="0"/>
              <a:t>)){</a:t>
            </a:r>
            <a:br>
              <a:rPr lang="en-US" dirty="0"/>
            </a:br>
            <a:r>
              <a:rPr lang="en-US" dirty="0"/>
              <a:t>            return </a:t>
            </a:r>
            <a:r>
              <a:rPr lang="en-US" dirty="0" err="1"/>
              <a:t>jsonObject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        }   }</a:t>
            </a:r>
            <a:br>
              <a:rPr lang="en-US" dirty="0"/>
            </a:br>
            <a:r>
              <a:rPr lang="en-US" dirty="0"/>
              <a:t>   return new </a:t>
            </a:r>
            <a:r>
              <a:rPr lang="en-US" dirty="0" err="1"/>
              <a:t>JSONObject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throws </a:t>
            </a:r>
            <a:r>
              <a:rPr lang="en-US" dirty="0" err="1"/>
              <a:t>IOException</a:t>
            </a:r>
            <a:r>
              <a:rPr lang="en-US" dirty="0"/>
              <a:t>, </a:t>
            </a:r>
            <a:r>
              <a:rPr lang="en-US" dirty="0" err="1"/>
              <a:t>ParseException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JSONObject</a:t>
            </a:r>
            <a:r>
              <a:rPr lang="en-US" dirty="0"/>
              <a:t> </a:t>
            </a:r>
            <a:r>
              <a:rPr lang="en-US" dirty="0" err="1"/>
              <a:t>jsonObject</a:t>
            </a:r>
            <a:r>
              <a:rPr lang="en-US" dirty="0"/>
              <a:t> =  </a:t>
            </a:r>
            <a:r>
              <a:rPr lang="en-US" i="1" dirty="0" err="1"/>
              <a:t>searchJSONArray</a:t>
            </a:r>
            <a:r>
              <a:rPr lang="en-US" dirty="0"/>
              <a:t>("1");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 </a:t>
            </a:r>
            <a:r>
              <a:rPr lang="en-US" dirty="0" err="1"/>
              <a:t>jsonObject</a:t>
            </a:r>
            <a:r>
              <a:rPr lang="en-US" dirty="0"/>
              <a:t> );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440"/>
              <a:buNone/>
            </a:pPr>
            <a:endParaRPr sz="1180" dirty="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1736</Words>
  <Application>Microsoft Office PowerPoint</Application>
  <PresentationFormat>Widescreen</PresentationFormat>
  <Paragraphs>117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Gill Sans</vt:lpstr>
      <vt:lpstr>JetBrains Mono</vt:lpstr>
      <vt:lpstr>Lato</vt:lpstr>
      <vt:lpstr>Montserrat</vt:lpstr>
      <vt:lpstr>Nunito</vt:lpstr>
      <vt:lpstr>Verdana</vt:lpstr>
      <vt:lpstr>Focus</vt:lpstr>
      <vt:lpstr>BASIC JAVA CLASS-5</vt:lpstr>
      <vt:lpstr>CONTENTS</vt:lpstr>
      <vt:lpstr>JSON Architecture</vt:lpstr>
      <vt:lpstr>JSON CONFIGURATION</vt:lpstr>
      <vt:lpstr>FILE  WRITE</vt:lpstr>
      <vt:lpstr>FILE  WRITE [ Skipping overiding]</vt:lpstr>
      <vt:lpstr>FILE READ</vt:lpstr>
      <vt:lpstr>File Read alternative option</vt:lpstr>
      <vt:lpstr>JSON WRITE</vt:lpstr>
      <vt:lpstr>JSON READ</vt:lpstr>
      <vt:lpstr>JSON WRITE</vt:lpstr>
      <vt:lpstr>JSON READ</vt:lpstr>
      <vt:lpstr>WRITE JSON LIST</vt:lpstr>
      <vt:lpstr>READ FROM JSON ARRAY</vt:lpstr>
      <vt:lpstr>UPDATE JSON [Single Object]</vt:lpstr>
      <vt:lpstr>UPDATE JSON [ LIST DATA ]</vt:lpstr>
      <vt:lpstr>DELETE JSON DATA</vt:lpstr>
      <vt:lpstr>Search data from JSONArray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Salman Srabon</dc:creator>
  <cp:lastModifiedBy>Shouvik Datta</cp:lastModifiedBy>
  <cp:revision>5</cp:revision>
  <dcterms:created xsi:type="dcterms:W3CDTF">2021-07-21T10:28:43Z</dcterms:created>
  <dcterms:modified xsi:type="dcterms:W3CDTF">2025-10-04T08:35:35Z</dcterms:modified>
</cp:coreProperties>
</file>